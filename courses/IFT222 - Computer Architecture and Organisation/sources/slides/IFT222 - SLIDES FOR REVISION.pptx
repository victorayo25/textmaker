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881" r:id="rId3"/>
  </p:sldMasterIdLst>
  <p:notesMasterIdLst>
    <p:notesMasterId r:id="rId55"/>
  </p:notesMasterIdLst>
  <p:handoutMasterIdLst>
    <p:handoutMasterId r:id="rId56"/>
  </p:handoutMasterIdLst>
  <p:sldIdLst>
    <p:sldId id="454" r:id="rId4"/>
    <p:sldId id="430" r:id="rId5"/>
    <p:sldId id="569" r:id="rId6"/>
    <p:sldId id="570" r:id="rId7"/>
    <p:sldId id="571" r:id="rId8"/>
    <p:sldId id="573" r:id="rId9"/>
    <p:sldId id="575" r:id="rId10"/>
    <p:sldId id="574" r:id="rId11"/>
    <p:sldId id="568" r:id="rId12"/>
    <p:sldId id="579" r:id="rId13"/>
    <p:sldId id="578" r:id="rId14"/>
    <p:sldId id="468" r:id="rId15"/>
    <p:sldId id="470" r:id="rId16"/>
    <p:sldId id="471" r:id="rId17"/>
    <p:sldId id="576" r:id="rId18"/>
    <p:sldId id="481" r:id="rId19"/>
    <p:sldId id="577" r:id="rId20"/>
    <p:sldId id="567" r:id="rId21"/>
    <p:sldId id="565" r:id="rId22"/>
    <p:sldId id="566" r:id="rId23"/>
    <p:sldId id="564" r:id="rId24"/>
    <p:sldId id="429" r:id="rId25"/>
    <p:sldId id="559" r:id="rId26"/>
    <p:sldId id="560" r:id="rId27"/>
    <p:sldId id="561" r:id="rId28"/>
    <p:sldId id="562" r:id="rId29"/>
    <p:sldId id="563" r:id="rId30"/>
    <p:sldId id="586" r:id="rId31"/>
    <p:sldId id="587" r:id="rId32"/>
    <p:sldId id="588" r:id="rId33"/>
    <p:sldId id="589" r:id="rId34"/>
    <p:sldId id="580" r:id="rId35"/>
    <p:sldId id="581" r:id="rId36"/>
    <p:sldId id="583" r:id="rId37"/>
    <p:sldId id="584" r:id="rId38"/>
    <p:sldId id="381" r:id="rId39"/>
    <p:sldId id="391" r:id="rId40"/>
    <p:sldId id="572" r:id="rId41"/>
    <p:sldId id="404" r:id="rId42"/>
    <p:sldId id="392" r:id="rId43"/>
    <p:sldId id="405" r:id="rId44"/>
    <p:sldId id="406" r:id="rId45"/>
    <p:sldId id="407" r:id="rId46"/>
    <p:sldId id="408" r:id="rId47"/>
    <p:sldId id="409" r:id="rId48"/>
    <p:sldId id="410" r:id="rId49"/>
    <p:sldId id="411" r:id="rId50"/>
    <p:sldId id="412" r:id="rId51"/>
    <p:sldId id="413" r:id="rId52"/>
    <p:sldId id="541" r:id="rId53"/>
    <p:sldId id="585" r:id="rId54"/>
  </p:sldIdLst>
  <p:sldSz cx="12195175" cy="6858000"/>
  <p:notesSz cx="7010400" cy="92964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0000"/>
    <a:srgbClr val="0000FF"/>
    <a:srgbClr val="003399"/>
    <a:srgbClr val="FFFFFF"/>
    <a:srgbClr val="DDDDDD"/>
    <a:srgbClr val="662C5B"/>
    <a:srgbClr val="000000"/>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21" autoAdjust="0"/>
    <p:restoredTop sz="93263" autoAdjust="0"/>
  </p:normalViewPr>
  <p:slideViewPr>
    <p:cSldViewPr>
      <p:cViewPr>
        <p:scale>
          <a:sx n="82" d="100"/>
          <a:sy n="82" d="100"/>
        </p:scale>
        <p:origin x="40" y="-40"/>
      </p:cViewPr>
      <p:guideLst>
        <p:guide orient="horz" pos="2160"/>
        <p:guide pos="3841"/>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viewProps" Target="viewProp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presProps" Target="pres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83848B3-959C-42C6-81B8-84565E5808A9}"/>
              </a:ext>
            </a:extLst>
          </p:cNvPr>
          <p:cNvSpPr>
            <a:spLocks noGrp="1"/>
          </p:cNvSpPr>
          <p:nvPr>
            <p:ph type="hdr" sz="quarter"/>
          </p:nvPr>
        </p:nvSpPr>
        <p:spPr>
          <a:xfrm>
            <a:off x="0" y="0"/>
            <a:ext cx="3038475" cy="465138"/>
          </a:xfrm>
          <a:prstGeom prst="rect">
            <a:avLst/>
          </a:prstGeom>
        </p:spPr>
        <p:txBody>
          <a:bodyPr vert="horz" lIns="93177" tIns="46589" rIns="93177" bIns="46589"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AC61AD89-5361-422B-9772-B92162EA316E}"/>
              </a:ext>
            </a:extLst>
          </p:cNvPr>
          <p:cNvSpPr>
            <a:spLocks noGrp="1"/>
          </p:cNvSpPr>
          <p:nvPr>
            <p:ph type="dt" sz="quarter" idx="1"/>
          </p:nvPr>
        </p:nvSpPr>
        <p:spPr>
          <a:xfrm>
            <a:off x="3970338" y="0"/>
            <a:ext cx="3038475" cy="465138"/>
          </a:xfrm>
          <a:prstGeom prst="rect">
            <a:avLst/>
          </a:prstGeom>
        </p:spPr>
        <p:txBody>
          <a:bodyPr vert="horz" lIns="93177" tIns="46589" rIns="93177" bIns="46589" rtlCol="0"/>
          <a:lstStyle>
            <a:lvl1pPr algn="r" eaLnBrk="1" fontAlgn="auto" hangingPunct="1">
              <a:spcBef>
                <a:spcPts val="0"/>
              </a:spcBef>
              <a:spcAft>
                <a:spcPts val="0"/>
              </a:spcAft>
              <a:defRPr sz="1200">
                <a:latin typeface="+mn-lt"/>
                <a:cs typeface="+mn-cs"/>
              </a:defRPr>
            </a:lvl1pPr>
          </a:lstStyle>
          <a:p>
            <a:pPr>
              <a:defRPr/>
            </a:pPr>
            <a:fld id="{9A459895-3F7A-4DC8-B20C-E9B1D2980964}" type="datetimeFigureOut">
              <a:rPr lang="en-US"/>
              <a:pPr>
                <a:defRPr/>
              </a:pPr>
              <a:t>7/30/2026</a:t>
            </a:fld>
            <a:endParaRPr lang="en-US"/>
          </a:p>
        </p:txBody>
      </p:sp>
      <p:sp>
        <p:nvSpPr>
          <p:cNvPr id="4" name="Footer Placeholder 3">
            <a:extLst>
              <a:ext uri="{FF2B5EF4-FFF2-40B4-BE49-F238E27FC236}">
                <a16:creationId xmlns:a16="http://schemas.microsoft.com/office/drawing/2014/main" id="{82C169A7-076A-4B82-A90F-CFD0BF3859F2}"/>
              </a:ext>
            </a:extLst>
          </p:cNvPr>
          <p:cNvSpPr>
            <a:spLocks noGrp="1"/>
          </p:cNvSpPr>
          <p:nvPr>
            <p:ph type="ftr" sz="quarter" idx="2"/>
          </p:nvPr>
        </p:nvSpPr>
        <p:spPr>
          <a:xfrm>
            <a:off x="0" y="8829675"/>
            <a:ext cx="3038475" cy="465138"/>
          </a:xfrm>
          <a:prstGeom prst="rect">
            <a:avLst/>
          </a:prstGeom>
        </p:spPr>
        <p:txBody>
          <a:bodyPr vert="horz" lIns="93177" tIns="46589" rIns="93177" bIns="46589"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7F0A14AC-9CC1-41D7-94FE-E4FB952CC285}"/>
              </a:ext>
            </a:extLst>
          </p:cNvPr>
          <p:cNvSpPr>
            <a:spLocks noGrp="1"/>
          </p:cNvSpPr>
          <p:nvPr>
            <p:ph type="sldNum" sz="quarter" idx="3"/>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vl1pPr>
          </a:lstStyle>
          <a:p>
            <a:pPr>
              <a:defRPr/>
            </a:pPr>
            <a:fld id="{1AB75574-7A55-4D7E-807F-1F9F52CAD96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30T10:11:05.316"/>
    </inkml:context>
    <inkml:brush xml:id="br0">
      <inkml:brushProperty name="width" value="0.05" units="cm"/>
      <inkml:brushProperty name="height" value="0.05" units="cm"/>
      <inkml:brushProperty name="ignorePressure" value="1"/>
    </inkml:brush>
  </inkml:definitions>
  <inkml:trace contextRef="#ctx0" brushRef="#br0">1 411,'7'2,"45"15,2-3,0-2,0-2,1-3,0-2,24-3,93-5,68-14,-178 12,96-3,-155 8,0 0,1 0,-1-1,1 1,-1-1,0 0,0 0,1 0,-1 0,0-1,0 1,0-1,0 0,-1 0,2-1,3-6</inkml:trace>
  <inkml:trace contextRef="#ctx0" brushRef="#br0" timeOffset="502.002">25 615,'7'0,"758"2,-362 16,-400-17,1 0,-1 0,1-1,-1 0,1 1,0-1,-1-1,1 1,-1 0,1-1,-1 0,1 0,-1 0,0 0,1 0,-1-1,0 0,0 1,0-1,0 0,0 0,0-1,-1 1,1-1,1-2,3-15,-4-2</inkml:trace>
  <inkml:trace contextRef="#ctx0" brushRef="#br0" timeOffset="878.224">602 0,'8'5,"76"43,87 35,-16-9,-154-73,42 20,-1 3,-1 1,6 8,-36-24,1 0,-2 1,1 0,-1 1,-1 0,0 1,0 0,-1 0,-1 1,0 0,-1 0,4 10,-6-7,0-1,-1 1,-1-1,0 1,-1 0,-1 0,0-1,-1 1,-1 0,-1-1,0 1,-1-1,0 1,-1-2,-3 6,-6 11,-1-1,-2 0,-1-1,-1-1,-1-1,-18 17,9-12,-1-2,-1-1,-1-1,-2-2,-13 7,-87 41,4-13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30T10:07:44.302"/>
    </inkml:context>
    <inkml:brush xml:id="br0">
      <inkml:brushProperty name="width" value="0.05" units="cm"/>
      <inkml:brushProperty name="height" value="0.05" units="cm"/>
      <inkml:brushProperty name="ignorePressure" value="1"/>
    </inkml:brush>
  </inkml:definitions>
  <inkml:trace contextRef="#ctx0" brushRef="#br0">2161 3832,'3'1,"32"5,-1-1,1-2,0-2,0-1,0-1,0-2,14-4,3 2,211-21,331 0,-255-18,286-13,-62 11,-550 45,560-37,-206 19,422-21,-630 32,-143 8,0-1</inkml:trace>
  <inkml:trace contextRef="#ctx0" brushRef="#br0" timeOffset="30089.945">1924 3782,'5'-1,"306"-56,173-12,-241 44,2 11,4 10,727-22,-760 21,599 4,-603 9,670 22,-636-26,-235-4,-9-1</inkml:trace>
  <inkml:trace contextRef="#ctx0" brushRef="#br0" timeOffset="65055.335">4691 3722,'0'0,"0"0,0 0,0 0,0 0,0 0,0 0,0 0,0 0,0 0,4 2,63 14,0-3,1-3,35-1,83-2,122-12,355-6,-604 0,-44 5,-9 3</inkml:trace>
  <inkml:trace contextRef="#ctx0" brushRef="#br0" timeOffset="88209.704">2393 4710,'0'0,"0"0,135 12,624 31,-488-36,216 6,305 53,-533-18,-217-34,-30-8</inkml:trace>
  <inkml:trace contextRef="#ctx0" brushRef="#br0" timeOffset="94984.209">2701 3985,'7'-1,"83"-11,0-4,76-24,-146 34,216-60,4 10,56 2,-196 41,0 4,1 4,0 5,0 4,-1 4,0 5,-1 5,11 6,-77-15,0 1,0 2,-2 2,1 0,-2 2,24 16,-45-25,0 1,0 0,-1 0,0 1,-1 0,0 1,0-1,-1 1,0 0,0 1,-1 0,-1-1,0 2,0-1,-1 0,-1 1,0-1,0 1,-1 5,0 6,-1-1,-1 1,-1-1,-1 1,-1-1,-1 0,-1 0,-1-1,-7 17,-1-7,-1 0,-1-1,-2-1,-1 0,-1-2,-2 0,0-2,-7 5,-15 11,-1-3,-3-1,-1-2,-16 6,-5-3,-1-3,-1-3,-2-3,-1-4,-1-3,-1-3,0-4,-1-3,-1-4,0-3,0-3,0-5,0-2,-75-16,93 9,1-2,0-3,1-3,-38-19,65 24,0-2,1-1,1-2,0 0,2-2,1-2,1 0,-17-20,31 28,0 0,1 0,1-1,1-1,0 0,1 0,1-1,1 0,0 0,2-1,0 0,1 0,2 0,-1 0,2-1,1 1,1 0,0-1,1 1,2 0,4-17,1 7,2 0,1 1,1 1,2 0,1 0,1 2,17-21,8-5,2 2,2 2,9-4,52-41</inkml:trace>
  <inkml:trace contextRef="#ctx0" brushRef="#br0" timeOffset="265162.848">2137 8783,'40'7,"20"5,5 0,1-2,1-4,259 2,407 25,14-11,-569-16,-172-6</inkml:trace>
  <inkml:trace contextRef="#ctx0" brushRef="#br0" timeOffset="23181.388">26694 2028,'0'0,"0"1,5 263,36 248,76 251,-95-621</inkml:trace>
  <inkml:trace contextRef="#ctx0" brushRef="#br0" timeOffset="22870.914">24931 2862,'0'0,"0"0,0 0,0 0,8 2,108 11,66-3,-58-5,193 17,-291-21,0-1,0-1,0-1,0-1,0-2,-1 0,13-6,3-4</inkml:trace>
  <inkml:trace contextRef="#ctx0" brushRef="#br0" timeOffset="83499.272">25301 4409,'-13'341,"12"-84,31 243,39 167,-62-561</inkml:trace>
  <inkml:trace contextRef="#ctx0" brushRef="#br0" timeOffset="20572.601">23549 1950,'58'0,"277"7,-310-4,1-1,0-1,-1-2,1 0,0-2,-1 0,0-2,0-1,7-4,-13 2,-1-1,0-1,-1 0,0-2,-1 0,0-1,-1 0,0-1,-1-1,-1 0,0-1,-2 0,1-1,-2-1,1-2,24-75,-23 75,-12 20,1-1,-1 1,0 0,1 0,-1 0,1 0,-1-1,1 1,-1 0,0 0,1 0,-1 0,1 0,-1 0,1 0,-1 0,1 0,-1 0,0 1,1-1,-1 0,1 0,-1 0,0 0,1 1,-1-1,1 0,-1 0,0 1,1-1,-1 0,0 1,1-1,-1 0,0 1,0-1,1 0,-1 1,0-1,0 1,0-1,0 1,1-1,-1 0,0 1,0-1,0 1,0-1,0 1,16 76,-14-59,24 230,-20-190</inkml:trace>
  <inkml:trace contextRef="#ctx0" brushRef="#br0" timeOffset="22040.929">24602 1278,'0'0,"0"0,0 0,0 0,0 0,0 1,-1 582,-5-409,1 101,6-256</inkml:trace>
  <inkml:trace contextRef="#ctx0" brushRef="#br0" timeOffset="8829.257">13836 1451,'0'8,"-21"329,21-168,-2-162,-1-17,0-13,2-1,1 1,0-1,2 1,0 0,2 0,1 0,0 0,2 0,0 0,0 0,2 0,1 1,1 0,1 1,0 0,2 1,0 1,1 0,1 1,1 0,3-1,-13 14,-1 0,0 0,1 0,0 1,0 0,0 1,0 0,1 0,0 0,-1 1,1 0,0 1,0-1,0 2,0-1,0 1,0 0,0 1,0 0,7 1,-3 1,0 1,0 0,0 0,-1 1,1 0,-1 1,-1 1,1-1,-1 2,0-1,-1 1,0 1,0 0,-1 0,0 1,0 0,-1 0,0 1,-1 0,-1 0,0 0,0 1,-1 0,0 1,0 1,-1 0,-1 0,0 0,-1 0,0 1,-1-1,-1 0,0 0,-1 1,-1-1,0 0,-1-1,0 1,-1-1,-1 0,0 0,-1 0,0-1,-8 11,8-15</inkml:trace>
  <inkml:trace contextRef="#ctx0" brushRef="#br0" timeOffset="14006.912">17547 1877,'-51'645,"17"-393,-13 132,38-317,6-51</inkml:trace>
  <inkml:trace contextRef="#ctx0" brushRef="#br0" timeOffset="14505.661">16916 2690,'41'0,"285"-16,-181 6,450-8,-575 18,-8-1,0 1,1 0,-1 0,1 1,-1 1,0 0,1 1,-1 0,0 1,-1 0,1 1,-1 0,0 1,6 4,-14-7,0 0,0 0,0-1,-1 2,0-1,1 0,-1 0,-1 1,1-1,0 1,-1 0,1-1,-1 1,0 0,-1 0,1 0,-1 0,1-1,-1 1,0 0,-1 0,1 0,-1 0,1 0,-1 0,0 0,-1-1,1 1,-2 2,-2 5,-1 0,0-1,-1 1,0-1,-1-1,0 1,0-1,-10 7,-10 7,-1-1,0-2,-2-1,-1-1,0-2,-1-1,-17 5,44-17,0 0,-1-1,1 0,-1 0,1 0,-1-1,1 0,-1 0,0 0,0-1,1 0,-1-1,0 1,1-1,-1-1,0 1,1-1,-1 0,1-1,0 1,0-1,-6-4,10 5,0 0,1 0,-1 0,0 0,1 0,-1 0,1 0,0-1,0 1,0-1,0 1,0-1,1 1,-1-1,1 0,-1 1,1-1,0 1,0-1,0 0,0 1,1-1,-1 0,1 1,-1-1,1 1,0-1,0 1,0-1,1 1,2-6,1 0,0 0,0 0,1 1,-1 0,2 0,-1 0,5-2,16-12,2 1,0 2,0 1,15-5,47-22</inkml:trace>
  <inkml:trace contextRef="#ctx0" brushRef="#br0" timeOffset="16096.387">19225 2523,'10'2,"141"29,100 4,56 1,-297-34,-1-1,1-1,-1 1,1-2,-1 1,1-1,3-1,0-2</inkml:trace>
  <inkml:trace contextRef="#ctx0" brushRef="#br0" timeOffset="16442.307">19662 2163,'0'8,"-10"598,1-233,8-261</inkml:trace>
  <inkml:trace contextRef="#ctx0" brushRef="#br0" timeOffset="19136.825">21155 2303,'0'0,"0"0,32-48,-11 24,1 2,1 0,1 2,0 0,2 2,0 1,1 0,1 3,0 0,1 1,0 2,1 1,0 2,1 1,0 1,0 1,0 2,0 1,27 2,-39 1,-1 1,1 1,-1 0,1 1,-1 1,-1 1,1 1,-1 0,0 1,0 1,-1 0,-1 1,1 1,-2 1,1 0,-2 1,0 0,0 1,-1 0,-1 1,0 1,-1 0,-1 0,3 9,-2 4,-1 2,-2-1,-1 1,-1 0,-2 0,-1 1,-2-1,-1 1,-1-1,-2 0,-1 0,-1 0,-4 9,-9 26,-3 0,-2-2,-3-1,-3-1,-2-2,-4-1,-1-2,-3-1,-3-2,-2-2,-2-2,-2-2,-2-3,-3-1,-1-3,-1-3,-38 18,72-42,-1-2,0-1,-1 0,0-2,0-1,-14 2,35-8,-1-1,1 0,-1 0,1-1,-1 1,0-1,1 0,-1 1,1-2,-1 1,0 0,1-1,-1 0,1 1,-1-2,1 1,-1 0,1-1,0 1,0-1,0 0,0 0,0 0,0 0,0-1,1 1,-1-1,1 0,-1 0,1 1,0-2,0 1,1 0,-1 0,1 0,-1-1,1 1,0-1,0-2,1 0,0 0,0 0,1 0,0 0,0 1,1-1,-1 0,1 1,1-1,-1 1,1 0,0 0,0 0,0 0,0 0,1 1,0-1,4-2,3-4,1 1,0 1,0 0,1 0,1 2,9-6,12 0,1 0,1 3,-1 0,2 3,-1 1,1 2,0 1,-1 2,1 2,0 1,0 2,0 2,-1 1,9 4,-15-4,-1 2,0 0,0 2,-1 1,-1 1,23 15,-4 15,-28-42,-9-6</inkml:trace>
  <inkml:trace contextRef="#ctx0" brushRef="#br0" timeOffset="19870.008">22471 1686,'0'0,"0"1,22 136,-6 0,-4 25,-11-63,2-118,0 0,1 0,0 0,7-14,4-10,3 0,1 0,2 2,2 1,2 0,2 2,1 1,23-23,-44 50,1 1,0 0,0 1,1-1,0 2,0-1,1 1,-1 1,2 0,-1 0,1 1,0 0,0 1,0 0,0 1,1 0,0 1,-1 0,6 1,-9 1,-1 1,1 0,0 1,-1 0,1 0,-1 0,0 1,0 0,0 0,0 1,0 0,-1 0,1 1,-1 0,-1 0,1 0,-1 1,1 0,-2 0,1 0,-1 0,3 6,1 9,0 1,-2 1,-1-1,0 1,-2 0,-1 0,0 0,-2 0,-1 0,-1 0,-4 22,-9 50,9-64,1 1,1 0,1 32,4-47,2-4</inkml:trace>
  <inkml:trace contextRef="#ctx0" brushRef="#br0" timeOffset="32512.654">10431 2775,'0'0</inkml:trace>
  <inkml:trace contextRef="#ctx0" brushRef="#br0" timeOffset="4593.91">11423 2391,'17'3,"99"9,1-5,36-6,-9 0,-68 4,-70-2,-16 0,-29 1,0-1,-1-3,-36-4,69 4,-127-10,1-5,0-7,63 4,97 16,281 31,-219-18,65 12,-140-23,-8-2</inkml:trace>
  <inkml:trace contextRef="#ctx0" brushRef="#br0" timeOffset="7060.711">12717 1959,'-4'2,"-99"45,103-47,0 1,-1-1,1 0,0 0,0 0,-1 0,1 0,0-1,-1 1,1 0,0 0,0 0,-1 0,1 0,0 0,0 0,-1 0,1-1,0 1,0 0,0 0,-1 0,1 0,0-1,0 1,0 0,-1 0,1-1,0 1,0 0,0 0,0-1,0 1,0 0,0 0,0-1,0 1,-1 0,1 0,0-1,0 1,0 0,1-1,-1 1,0 0,0 0,0-1,0 1,0 0,0 0,0-1,0 1,0 0,1 0,-1-1,0 1,0 0,0 0,1 0,-1-1,0 1,0 0,1 0,10-25,-9 21,9-14,0 1,1 0,2 1,-1 0,2 1,0 0,0 1,2 1,-1 1,2 0,0 1,0 1,1 1,0 0,0 1,1 2,0 0,0 1,1 0,-1 2,1 1,0 0,0 2,0 0,0 1,0 2,-1 0,1 1,-1 0,2 3,-9-2,0 0,0 1,-1 0,0 1,0 1,-1 0,1 0,-2 1,0 0,0 1,0 0,-1 1,-1 0,0 0,0 1,-1 0,-1 0,0 1,-1 0,0 0,1 5,-2 3,0 0,0 0,-2 1,-1-1,-1 1,-1-1,0 1,-2-1,0 0,-2 1,0-2,-8 21,-2-2,-2-1,-2 0,-1-2,-1 0,-2-1,-10 8,-18 20,-3-2,-3-2,-3-4,-2-1,-5-1,27-22,-2-1,-2-3,0-1,-2-2,0-2,-31 9,75-30,0 0,-1 0,1 0,0 0,0 0,-1 0,1-1,0 1,-1-1,1 0,-1 0,1 0,-1 0,1 0,0 0,-1 0,1-1,0 0,-1 1,1-1,0 0,0 0,-1 0,1 0,0 0,0-1,0 1,0-1,1 1,-1-1,0 0,1 0,-1 1,1-1,-1 0,0-2,1 1,1 1,-1-1,1 1,0-1,0 0,0 1,0-1,0 1,0-1,0 1,1-1,0 1,-1-1,1 1,0-1,0 1,0 0,1-1,-1 1,0 0,1 0,0 0,-1 0,2-1,53-37,-31 32,1 0,0 2,0 1,1 1,0 1,-1 2,1 0,0 2,0 1,-1 1,8 2,49 8,-1 4,0 4,-1 2,55 27,-128-49,-1 2,0-1,0 1,0 0,0 0,-1 1,1 0,-1 0,0 1,0-1,-1 1,1 1,-1-1,0 1,0 0,-1 0,0 0,0 1,0 0,-2 4</inkml:trace>
  <inkml:trace contextRef="#ctx0" brushRef="#br0" timeOffset="35928.906">13101 959,'0'0,"0"0,-1 0,-11 0,0 1,1 1,-1 0,0 0,1 1,-1 1,1 0,0 1,0 0,1 0,0 1,0 0,-7 7,-2 2,1 1,0 1,2 0,0 1,1 1,-4 8,-23 41,3 1,4 3,2 0,-11 44,-39 119,10 3,-27 172,73-275,7 1,5 1,6 13,8-105,2 0,3-1,0 0,10 33,-10-59,1-1,0 1,2-1,0 0,1 0,0-1,2 0,0-1,0 0,2 0,-1-1,11 8,-7-9,2 0,-1-2,1 0,1-1,0-1,1 0,-1-1,2-1,8 1,66 15</inkml:trace>
  <inkml:trace contextRef="#ctx0" brushRef="#br0" timeOffset="9603.118">15799 1146,'-3'9,"-44"217,27-133,3 1,-3 94,15-17,4-97</inkml:trace>
  <inkml:trace contextRef="#ctx0" brushRef="#br0" timeOffset="36551.403">15748 724,'0'0,"0"1,28 63,-5-13,152 364,-135-298,-4 1,-6 2,-5 5,-13-49,-3 0,-4 0,-3 1,-3 0,-7 40,-5-32,-3-2,-4 0,-3-1,-4-2,-17 31,-21 34,-7-4,-38 51,28-59</inkml:trace>
  <inkml:trace contextRef="#ctx0" brushRef="#br0" timeOffset="54914.34">14801 1611,'0'0,"0"0,0 0,0 0,0 0,0 0,0 0,0 0,1 0,108 21,97 4,-65-10,-120-14,-11-2</inkml:trace>
  <inkml:trace contextRef="#ctx0" brushRef="#br0" timeOffset="70257.183">10307 5387,'-73'96,"73"-95,-1-1,1 1,0-1,0 1,-1 0,1-1,0 1,0-1,0 1,0 0,0-1,0 1,0-1,0 1,0 0,0-1,1 1,-1 0,0-1,0 1,0-1,1 1,-1-1,0 1,1-1,-1 1,0-1,1 1,-1-1,1 1,-1-1,1 0,-1 1,1-1,-1 0,1 1,-1-1,1 0,-1 0,1 1,0-1,-1 0,1 0,33 7,-25-6,109 14,0-4,113-6,-59-10,-143-2,-24 1</inkml:trace>
  <inkml:trace contextRef="#ctx0" brushRef="#br0" timeOffset="71019.143">12238 4400,'-8'5,"-54"42,1 4,3 1,2 4,2 1,3 3,3 2,3 2,2 2,3 2,3 2,-8 29,11-25,4 2,3 1,4 2,3 0,4 1,3 1,4 0,3 0,4 1,3 0,9 53,-5-97,2-1,1 1,2-2,1 1,2-2,2 1,1-2,2 0,1-1,1-1,15 16,-23-35,-1 0,2-1,0-1,0 0,10 6,16 6</inkml:trace>
  <inkml:trace contextRef="#ctx0" brushRef="#br0" timeOffset="71858.735">12383 4983,'13'-4,"-1"-1,1-1,-1 0,-1-1,9-5,6-4,31-18,3 2,38-13,-74 35,0 2,0 1,1 1,0 0,0 2,0 1,0 2,16 0,-28 1,0 2,1-1,-1 1,0 1,0 1,-1 0,1 0,-1 1,0 1,0 0,0 0,-1 2,0-1,-1 1,1 1,-2 0,1 0,-1 1,0 0,-1 0,-1 1,1 0,-2 1,3 5,-2 0,-1 1,0 0,-1 0,-1 1,-1-1,0 1,-2 0,0 0,-2 15,-2 8,-2 0,-2 0,-11 37,-4-6,-3-2,-3 0,-3-1,-3-2,-3-2,-3-1,-3-2,-2-2,-3-2,-9 4,20-23,-1-2,-3-2,0-2,-3-1,-40 22,77-50,-1 0,0-1,0 0,0 0,-1-1,1 0,-1 0,0-1,0 0,0-1,0 0,0 0,0-1,0 0,-6-1,12 0,0 0,0 0,0 0,0 0,0-1,0 1,1-1,-1 0,0 0,1 0,-1 0,1 0,0 0,0-1,0 1,0-1,0 0,0 1,1-1,-1 0,1 0,0 0,0 0,0 0,0 0,0-1,1 1,0 0,-1 0,1 0,0-1,1 1,-1 0,1 0,-1 0,1-1,0 1,0 0,0 0,0 0,1 0,0 0,2-4,1 1,-1 0,1 0,1 0,-1 1,1 0,0 0,0 0,1 1,-1 0,1 0,0 1,0-1,0 2,6-3,6 0,0 0,0 1,1 0,-1 2,13 0,-1 2,0 2,0 1,0 1,-1 1,1 2,-2 1,1 2,-1 1,0 1,-1 1,-1 1,0 2,0 2,-12-8,1 2,-2 0,0 0,0 1,-1 1,-1 1,0 0,8 2,-9-12</inkml:trace>
  <inkml:trace contextRef="#ctx0" brushRef="#br0" timeOffset="72594.106">13532 4171,'-2'7,"-38"136,-18 139,48-225,4 0,2 1,2-1,6 47,-4-102,0 8,1-1,0 1,1-1,0 0,0 1,1-1,1 0,-1-1,5 9,-7-16,-1-1,1 1,-1 0,1-1,-1 1,1 0,0-1,-1 1,1-1,0 1,0-1,-1 1,1-1,0 0,0 1,0-1,0 0,-1 1,1-1,0 0,0 0,0 0,0 0,0 0,0 0,0 0,-1 0,1 0,0-1,0 1,0 0,0 0,0-1,0 0,14-7</inkml:trace>
  <inkml:trace contextRef="#ctx0" brushRef="#br0" timeOffset="73062.409">14018 4152,'-6'-12,"-10"23,15-11,-18 17,0 1,2 1,0 0,1 1,0 1,2 1,1 0,1 0,-10 25,16-35,1 0,0 1,1 0,1 0,0 0,1 0,0 0,1 1,0-1,1 0,0 1,1-1,1 0,0 1,1-1,1 0,0 0,0-1,3 4,-5-12,1-1,-1 1,1-1,0 1,0-1,1 0,-1-1,0 1,1 0,0-1,-1 0,1 0,0 0,0 0,0-1,0 1,1-1,-1 0,0-1,1 1,-1-1,0 1,1-1,-1-1,0 1,1-1,-1 1,0-1,0 0,1-1,-1 1,0-1,0 0,0 0,-1 0,1 0,0-1,-1 1,1-1,-1 0,2-3,-3 5,-1-1,0 0,0 1,0-1,0 0,0 0,0 0,-1 0,1 0,-1 0,1 0,-1 0,0 0,1 0,-1 0,0 0,-1 0,1 0,0-1,0 1,-1 0,1 0,-1 0,0 0,0 1,0-1,0 0,0 0,0 0,0 1,0-1,-1 0,0 0,-3-4,-1 1,0 0,0 0,0 0,-1 1,0-1,0 2,-1-2,-1 0,-1 1,1 0,-1 0,0 1,0 0,0 1,0 0,0 1,-1 0,1 0,0 1,-1 0,-5 2,16-2,0 0,1 0,-1 0,0 0,0 0,0 0,0 0,0 0,0 0,1 1,-1-1,0 0,0 0,0 0,0 0,0 0,0 0,0 1,0-1,1 0,-1 0,0 0,0 0,0 0,0 1,0-1,0 0,0 0,0 0,0 0,0 1,0-1,0 0,0 0,0 0,0 0,0 0,0 1,0-1,-1 0,1 0,0 0,0 0,0 0,0 1,0-1,0 0,0 0,0 0,0 0,18 4,44 4,-27-4</inkml:trace>
  <inkml:trace contextRef="#ctx0" brushRef="#br0" timeOffset="73357.768">14250 4400,'0'0,"7"0,15 0,15 0,16 0,11 0,9 0,-9 0,-3 0,-12 0,-7-2,-5-2,-9-1</inkml:trace>
  <inkml:trace contextRef="#ctx0" brushRef="#br0" timeOffset="73653.984">15020 3976,'-16'256,"10"-188,-19 422,23-430,0-39</inkml:trace>
  <inkml:trace contextRef="#ctx0" brushRef="#br0" timeOffset="75059.406">15134 4117,'6'6,"41"39,-3 2,-1 1,-3 3,-1 1,9 21,-22-23,-1 0,-3 2,-2 1,-3 0,-1 1,-3 1,-3 0,-2 1,-2 0,-2 30,-5-18,-2 0,-3-1,-4 0,-2 0,-3 0,-3-2,-3 0,-17 35,-2-13,-4-2,-3-2,-4-2,-59 70,19-39,-6-5,-102 88,77-89,18-23</inkml:trace>
  <inkml:trace contextRef="#ctx0" brushRef="#br0" timeOffset="77673.986">17959 5162,'0'0,"6"0,12 0,19-1,21-1,23-4,19-3,14-3,5-2,-1-2,-20 3,-15-1,-15-1,-14-2,-17 1,-16-2,-12-4,-9 2</inkml:trace>
  <inkml:trace contextRef="#ctx0" brushRef="#br0" timeOffset="77999.768">18620 4551,'-2'10,"-106"446,78-307,7 2,6 0,7 1,7 0,6 0,9 26,5-61,1-25</inkml:trace>
  <inkml:trace contextRef="#ctx0" brushRef="#br0" timeOffset="76391.118">16020 5272,'10'0,"733"0,-725 0,1-1,0-1,0-1,14-3,-28 5,0-1,0 0,0 1,0-2,0 1,-1 0,1-1,-1 0,1 0,-1 0,0-1,0 1,-1-1,1 0,-1 0,0-1,0 1,2-4,5-19</inkml:trace>
  <inkml:trace contextRef="#ctx0" brushRef="#br0" timeOffset="76690.446">16587 4610,'-1'7,"-39"270,-10 397,42-497,8-1,18 123,-18-284,2-1,0 1,0 0,2-1,0 0,0 0,1 0,1-1,1 1,3 5,8 2</inkml:trace>
  <inkml:trace contextRef="#ctx0" brushRef="#br0" timeOffset="77095.089">17026 5269,'6'3,"5"4,-1 0,1 1,-1 0,-1 1,0 0,0 1,0 0,-2 0,1 1,-1 0,0 0,-1 0,0 3,-1-1,-1 0,0 0,-1 1,0-1,-1 1,-1-1,0 1,-1 0,0-1,-1 1,-1 0,0-1,-1 1,0-1,-1 0,-1 0,0 0,-1-1,0 1,0-1,-2-1,1 1,-2-2,1 1,-1-1,-8 7,7-7,1 0,-1-2,-1 1,1-1,-1-1,-1 1,1-2,-1 0,0 0,-10 2,19-7,1 0,-1-1,0 1,1-1,-1 1,0-1,0 0,1 0,-1 0,0 0,1-1,-1 1,0-1,1 0,-1 0,0 0,1 0,-1 0,1 0,0 0,-1-1,1 0,0 1,0-1,0 0,0 0,0 0,1 0,-1 0,0 0,1-1,0 1,-1 0,1-1,0 0,0 0,-1-4,1-1,0 1,1 0,-1-1,1 1,1 0,0-1,0 1,0 0,1-1,0 1,0 0,3-5,4-11,2 1,0 0,2 1,0 1,1 0,2 0,-1 2,13-11,13-10,1 2,2 2,13-6,64-37,-10 14</inkml:trace>
  <inkml:trace contextRef="#ctx0" brushRef="#br0" timeOffset="80139.465">20372 4833,'-33'0,"23"0,8 1,0-1,0 1,-1-1,1 0,0 1,-1-1,1 0,0-1,0 1,-1 0,1 0,0-1,-1 0,1 1,0-1,0 0,0 0,0 0,0 0,0-1,0 1,0 0,0-1,1 1,-1-1,0 0,1 0,-1 0,1 1,0-1,0 0,0-1,-1 0,3-6,0 1,0 0,1-1,0 1,0 0,1 0,0 0,0 0,1 1,0-1,0 1,1 0,0 0,0 0,1 1,0 0,0 0,0 0,5-2,10-10,2 0,0 1,1 2,0 0,1 2,1 1,0 0,1 2,0 1,1 2,-1 0,1 2,1 1,1 1,-17 2,0 0,0 1,1 1,-1 0,0 1,-1 0,1 1,0 0,-1 1,1 1,-1 0,0 1,-1 0,1 0,-1 1,-1 1,1 0,-1 0,-1 1,9 10,-10-8,0 1,0 0,-1 1,-1-1,0 1,-1 1,-1-1,0 1,0 0,-2 0,1 0,-1 14,-1 2,-1 0,-2 0,-1-1,-2 1,-6 24,-36 100,4-53,-5-3,-4-2,-4-2,-4-3,-4-2,-4-3,-3-4,-18 12,27-30,-3-2,-2-3,-3-3,-2-3,-2-4,-3-3,-52 22,110-59,0 0,-1-2,0-1,-1 0,-19 2,37-7,0 0,0-1,0 1,0-1,0 0,0 0,0 0,0 0,0 0,0-1,0 1,0-1,0 0,0 0,1 0,-1 0,0 0,0-1,1 1,-1-1,1 0,-1 0,1 0,0 0,0 0,0 0,0 0,0-1,0 1,1-1,-1 0,1 1,-1-3,1-2,1 1,1-1,-1 0,1 1,0-1,1 1,-1 0,1-1,1 1,-1 0,1 0,0 0,0 1,1-1,0 1,0 0,0 0,3-3,13-12,0 0,1 2,1 0,0 2,2 0,0 2,0 0,1 2,1 1,0 1,0 1,1 1,0 1,1 2,19-2,-16 4,1 1,0 1,-1 1,1 2,-1 2,1 0,-1 3,-1 0,1 2,-1 1,-1 1,0 2,0 1,-2 1,1 1,5 7,80 73,-109-92,-2-2,0 0,0 0,0 0,0 0,0 0,1 0,-1 0,1-1,-1 1,1-1,0 0,-1 0,1 0,0 0,0 0,0-1,0 1,0-1,-1 0,2 0,8-4</inkml:trace>
  <inkml:trace contextRef="#ctx0" brushRef="#br0" timeOffset="80531.884">21347 3935,'-31'178,"-34"340,62-410,4-88</inkml:trace>
  <inkml:trace contextRef="#ctx0" brushRef="#br0" timeOffset="80967.659">21839 3794,'0'0,"-6"7,-15 20,1 0,1 2,2 0,0 1,2 0,2 2,1-1,1 2,1-1,3 1,0 1,2-1,1 1,2 18,2-43,0 0,1 0,0 0,1-1,0 1,0 0,1-1,0 1,1-1,-1 0,2 0,-1-1,1 1,0-1,0 0,1 0,0-1,1 1,-1-1,1-1,0 1,0-1,1 0,0-1,0 0,0 0,7 2,-7-3,0-1,-1 1,2-2,-1 1,0-1,0 0,0 0,1-1,-1 0,0-1,0 0,0 0,1-1,-1 0,0 0,-1-1,1 0,0 0,-1-1,0 0,0 0,0 0,0-1,-1-1,1 1,-2-1,1 0,0 0,-1 0,0-1,-1 0,1 0,-1 0,-1-1,1 1,-2-1,3-6,-4 8,0-1,-1 1,0-1,0 1,0-1,-1 1,0-1,0 1,0-1,-1 1,0 0,-1 0,1 0,-1 0,0 0,-1 0,1 1,-1 0,0 0,0 0,-1 0,1 0,-1 1,0 0,-1 0,1 0,-1 1,1 0,-1 0,-3-1,-4 0,-1 0,1 2,-1-1,0 2,1 0,-1 0,0 1,0 1,0 0,1 1,-1 1,1 0,-1 1,1 0,0 1,1 0,-1 1,1 1,0 0,1 0,-1 2,2-1,-7 7,-17 16</inkml:trace>
  <inkml:trace contextRef="#ctx0" brushRef="#br0" timeOffset="81903.926">22360 4058,'90'11,"216"10,-305-21,13 2,0-1,-1 0,1-1,0 0,0-1,0-1,0 0,-1-1,1 0,-1-1,0 0,5-4,8-8</inkml:trace>
  <inkml:trace contextRef="#ctx0" brushRef="#br0" timeOffset="82137.541">23327 3591,'0'0,"0"0,0 0,0 0,0 0,-1 6,-1 15,-1 16,-1 15,0 13,-2 11,0 11,-1 15,3 11,2 7,3-4,1-22</inkml:trace>
  <inkml:trace contextRef="#ctx0" brushRef="#br0" timeOffset="83172.161">23650 5353,'0'0,"0"0,0 0,0 0,0 0,1 0,260 10,63 19,-303-27,0 0,0-1,0-1,0-1,0-1,0-1,0 0,-1-2,18-6,7-9,-4-2</inkml:trace>
  <inkml:trace contextRef="#ctx0" brushRef="#br0" timeOffset="97058.017">8409 8048,'20'6,"39"3,-1-3,1-2,0-3,21-3,306-21,-329 24,-42 0</inkml:trace>
  <inkml:trace contextRef="#ctx0" brushRef="#br0" timeOffset="97682.832">10236 6781,'-7'5,"-56"46,3 1,1 4,3 2,-10 17,8 5,4 3,3 1,4 3,4 2,3 1,5 3,4 0,4 2,-1 24,9-36,4 1,3 1,4 0,4 0,4 1,3-1,6 18,-3-64,1-1,2 0,2 0,1-1,2 0,2-1,1-1,2-1,1 0,2-1,17 19,29 22,-8-18</inkml:trace>
  <inkml:trace contextRef="#ctx0" brushRef="#br0" timeOffset="99120.314">10066 7688,'3'-6,"8"-8,0 0,2 0,-1 1,1 0,1 1,0 1,1 1,0 0,17-8,-13 6,2 2,-1 0,1 1,1 1,0 1,0 1,0 1,1 1,-1 1,1 1,0 0,0 2,0 1,7 2,-23-2,-1 0,1 1,0-1,-1 1,1 1,-1-1,0 1,0 1,0-1,0 1,-1 0,1 0,-1 0,0 1,-1 0,1 0,-1 0,1 1,-2-1,1 1,-1 0,0 0,0 0,0 1,0 7,-2 0,1 0,-2 0,0 0,0 0,-1 0,-1-1,0 1,-1 0,-1-1,0 1,-1-1,0 0,-1 0,-4 6,-37 73,-3-1,-9 4,-31 55,60-78,30-70,-1 1,1-1,0 1,-1 0,1-1,1 1,-1-1,0 1,1 0,-1-1,1 1,0-1,0 1,0-1,0 0,0 1,0-1,1 0,-1 0,1 0,0 0,-1 0,1 0,0 0,0 0,0-1,1 1,7 3,0 1,0-2,0 0,1 0,-1 0,1-2,4 2,-3-2,-1 1,0 0,0 1,0 0,-1 1,10 5,-17-8,-1 0,1 0,-1 0,1 0,-1 1,0-1,0 1,0-1,0 1,0 0,-1 0,1 0,-1 0,0 0,0 0,0 0,0 1,0-1,-1 0,1 0,-1 1,0-1,0 0,0 1,-1-1,1 1,-2 6,-1 1,0-1,0 0,-1 1,0-1,-1-1,-5 9,-14 19,-2 0,-2-2,-1-1,-1-1,-2-1,-28 20,3-6,-1-2,-44 24,9-15</inkml:trace>
  <inkml:trace contextRef="#ctx0" brushRef="#br0" timeOffset="99682.118">10919 7571,'9'0,"-6"0,32 0,0 1,1 1,-2 2,16 5,-41-8,0 2,0 0,0 0,0 0,0 1,-1 1,1-1,-1 1,-1 1,1-1,-1 1,1 1,-2-1,1 1,-1 1,0-1,0 1,3 7,-4-5,-1 0,0 1,-1-1,0 1,0-1,-2 1,1 0,-1 0,-1 0,1 0,-2 0,0 0,-2 9,-2 7,-1 0,-2 0,-1-1,-1 0,-1 0,-35 66,-4-1,-5-3,-3-3,-12 10,-79 98,133-158,16-34,-1 0,1 0,0-1,0 1,0 0,0 0,0 0,1 0,-1 0,0 0,0 0,0-1,1 1,-1 0,1 0,-1 0,0-1,1 1,-1 0,1 0,0-1,-1 1,1 0,0-1,-1 1,1-1,0 1,-1-1,1 1,0-1,0 0,0 1,0-1,-1 0,1 1,0-1,0 0,0 0,0 0,12 1,1 0,-1-1,0 0,0-2,0 1,0-1,5-2,26-4,1 2,0 2,0 2,0 2,0 2,0 2,6 3,-15 1</inkml:trace>
  <inkml:trace contextRef="#ctx0" brushRef="#br0" timeOffset="100662.869">11456 7499,'60'-6,"16"-1,173-10,-230 17,0 0,1 2,-1 0,0 2,7 1,-19-3,0 1,0-1,0 1,0 1,0-1,-1 1,0 0,1 0,-1 1,-1 0,1 0,-1 0,0 1,0 0,0 1,1 2,-1 0,-1 0,0 1,0-1,-1 1,0 0,-1 0,0 0,0 0,-1 1,-1-1,0 10,-2 10,-1 1,-1-1,-7 24,-35 115,-56 132,45-142,-1 19,51-130,6-52</inkml:trace>
  <inkml:trace contextRef="#ctx0" brushRef="#br0" timeOffset="100989.713">11609 8048,'0'0,"6"0,15 0,18 0,18 0,17 0,17-3,13-1,5-6,-4-5,-19 0</inkml:trace>
  <inkml:trace contextRef="#ctx0" brushRef="#br0" timeOffset="101350.54">12711 7233,'-51'52,"3"2,-19 29,25-23,2 2,4 1,2 2,3 1,2 2,4 0,3 2,3 1,-4 34,17-65,2 0,1 0,3 35,1-57,1 0,0 0,1 0,2 0,-1 0,2-1,0 0,1 0,6 8,-9-17,0-1,0 0,1-1,0 1,1-1,-1 0,1 0,0-1,1 0,-1 0,1 0,0-1,0 0,1 0,-1-1,1 0,0 0,0 0,0-1,0-1,0 1,0-1,0-1,0 0,1 0,-1 0,0-1,0 0,0-1,3 0,-2-1,0-1,0 0,0 0,-1-1,1 0,-1 0,0-1,0 0,-1-1,0 0,0 0,-1 0,0-1,0 0,0 0,-1 0,3-9,-5 11,0 0,-1 0,0 0,0 0,0-1,-1 1,0-1,0 1,-1-1,0 0,0 1,0-1,-1 1,0-1,0 1,-1-1,0 1,0 0,0-1,-1 1,0 0,0 1,0-1,-1 1,0-1,-4-3,1 1,-1 1,-1 0,1 0,-1 1,-1 0,1 0,-1 1,0 1,0 0,0 0,0 1,-4-1,-11-2,-1 2,0 0,0 2,-15 1,-63 7,61 0</inkml:trace>
  <inkml:trace contextRef="#ctx0" brushRef="#br0" timeOffset="101982.261">13005 7373,'202'-63,"-201"62,0 0,0 1,1-1,-1 1,0-1,0 1,1-1,-1 1,0 0,1 0,-1 0,0 0,1 0,-1 0,0 0,1 0,-1 0,0 1,0-1,1 0,-1 1,0-1,0 1,0-1,1 1,-1 0,0 0,0-1,0 1,0 0,0 0,0 0,-1 0,1 0,0 0,0 0,-1 1,1-1,0 0,-1 0,0 0,1 1,-1-1,0 0,1 1,-1-1,-1 9,-1 0,0-1,-1 1,0-1,0 1,-1-1,0 0,-1 1,5-9,-107 201,60-119,-8 14,4 3,5 1,5 3,2 6,33-90,1 1,0 1,1-1,2 0,0 1,1 19,1-37,0 1,0-1,1 1,-1 0,1-1,0 1,1-1,-1 0,1 1,0-1,0 0,0 0,0 0,1 0,-1 0,1-1,0 1,0-1,1 1,-1-1,1 0,-1-1,1 1,0-1,0 1,0-1,1 0,0 0,4-1,0 0,1 0,-1-1,0 0,1-1,-1 0,0 0,0-1,0 0,0-1,0 0,0 0,-1-1,1 0,-1 0,0-1,0 0,-1-1,0 0,0 0,0 0,0-1,2-4,-4 4,0 0,0 0,-1-1,0 1,-1-1,1 0,-2 0,1 0,-1 0,0-1,-1 1,0 0,0-1,-1 1,0-1,0 0,-1 1,0 0,-1-1,0 1,0-1,-5-15,-1 0,-2 1,0 0,-1 0,-1 2,-10-14,-28-34,-3 2,-3 2,-14-8,2 2,56 58,8 9,-1 0,1 0,0-1,0 0,1 1,0-1,-1 0,1-1,1 1,-1 0,1-1,0-2,2 6,0 0,1-1,-1 1,1 0,-1-1,1 1,0 0,0 0,0 0,0 0,1 0,-1 0,0 0,1 0,-1 1,1-1,0 0,0 1,0-1,0 1,-1 0,2 0,-1-1,0 1,0 1,0-1,0 0,1 0,-1 1,1-1,87-25,-42 16</inkml:trace>
  <inkml:trace contextRef="#ctx0" brushRef="#br0" timeOffset="102356.788">13181 6796,'9'7,"42"42,-1 1,-3 3,-2 2,-2 2,-4 2,-1 1,-4 2,-2 1,-2 2,-4 0,-3 2,-2 1,10 66,-18-53,-4 1,-3 0,-4 0,-4 1,-3-1,-4 0,-9 42,-5-2,-6 0,-27 67,7-50</inkml:trace>
  <inkml:trace contextRef="#ctx0" brushRef="#br0" timeOffset="106029">15071 7333,'-2'6,"-27"71,4 2,4 0,-2 26,10-16,5 0,3 1,4 0,4 0,4-1,5 10,-2-30,-8-50</inkml:trace>
  <inkml:trace contextRef="#ctx0" brushRef="#br0" timeOffset="106435.515">14556 7872,'11'-2,"72"-15,179-42,366-71,-617 128,27-4,-1 1,1 2,5 2,-39 0,0 1,0-1,-1 1,1 0,0 0,0 1,-1-1,1 1,0 0,0 0,-1 0,1 0,-1 1,1 0,-1-1,0 1,0 0,0 1,0-1,0 0,0 1,0 0,-1 0,1 0,-1 0,0 0,0 0,0 0,-1 1,2 1,-3 0,1 1,-1 0,0 0,-1-1,0 1,1 0,-2 0,1-1,-1 1,0-1,0 1,0-1,-1 0,0 1,-19 30,-1 0,-2-2,-1-1,-2-1,-1-1,-2-1,-3 0,33-29,-3 4,0 0,-1-1,0 1,0-1,0 0,0 0,-1-1,1 1,-1-1,0-1,0 1,0-1,0 0,-1 0,1-1,0 1,-4-1,8-2,1 1,-1-1,0 0,1 0,-1 0,1 0,-1 0,1 0,0 0,-1-1,1 1,0 0,0-1,0 1,0-1,0 1,0-1,0 1,0-1,1 0,-1 0,1 1,-1-1,1 0,0 0,-1 0,1 1,0-1,0 0,0 0,1 0,-1 1,0-1,1 0,-1 0,1 1,-1-1,1 0,0 1,0-1,0 0,0 1,1-2,5-11,0 1,1 0,1 0,0 1,0 0,1 0,1 1,5-5,41-34,2 2,25-14,26-14</inkml:trace>
  <inkml:trace contextRef="#ctx0" brushRef="#br0" timeOffset="107669.44">16441 7693,'4'-1,"10"-5,8-3,-1 0</inkml:trace>
  <inkml:trace contextRef="#ctx0" brushRef="#br0" timeOffset="108296.959">16608 7688,'8'1,"121"11,74-4,-191-8,58 2,-1-2,1-4,53-10,-117 13,1 0,0 0,0-1,0 0,-1 0,1-1,-1 0,0 0,0 0,0-1,0 0,0 0,-1-1,0 1,0-1,0 0,-1 0,1-1,-1 0,2-4,-1-4,-1-1,-1 1,0-1,-1 1,-1-1,0 0,-1 0,0 1,-1-1,-1 0,-1 1,0-1,0 1,-2 0,-2-7,-16-48,-2 0,-3 2,-19-30,13 45,33 50,0 1,0 0,-1-1,1 1,0 0,-1 0,1 0,-1 0,1 0,-1 0,0 0,1 0,-1 1,0-1,0 1,1-1,-1 1,0 0,0 0,0-1,1 1,-1 0,0 1,0-1,0 0,0 1,1-1,-1 1,0-1,0 1,1 0,-4 2,1 1,-1 1,1-1,0 1,1-1,-1 1,1 0,0 1,0-1,0 0,1 1,0 0,0-1,0 1,1 0,-1 6,2-11,-14 68,3 1,3 1,3 0,3 25,4 272,26 117,-17-354</inkml:trace>
  <inkml:trace contextRef="#ctx0" brushRef="#br0" timeOffset="108889.781">19269 6724,'-7'3,"-12"7,0 1,1 1,0 1,1 0,0 2,2 0,-1 0,-1 5,-54 63,-10 35,-7 40,42-64,4 2,4 2,5 2,4 1,5 1,4 1,4 1,5 0,4 68,10-94,4 1,3-2,4 1,3-1,3-2,3 0,4-1,19 33,-16-42</inkml:trace>
  <inkml:trace contextRef="#ctx0" brushRef="#br0" timeOffset="109994.27">10085 9281,'40'0,"239"-1,123-22,191-57,397-44,-295 66,-631 52,-57 10,-16 2,-4-1</inkml:trace>
  <inkml:trace contextRef="#ctx0" brushRef="#br0" timeOffset="110634.423">9958 9431,'9'0,"291"-3,137-25,-53-19,179-17,682 17,-629 35,-560 9,-49 2,-9-2,-7 0</inkml:trace>
  <inkml:trace contextRef="#ctx0" brushRef="#br0" timeOffset="111165.288">9763 9548,'189'-17,"399"-58,-111 11,242 5,552 29,-878 38,-362-9</inkml:trace>
  <inkml:trace contextRef="#ctx0" brushRef="#br0" timeOffset="111725.492">10393 9535,'535'-88,"-223"32,-15 10,2 13,251 7,-367 36,-176-10,-6 0,0 0,0 0,0 0,0 0,0 0,-1 0,1 0,0 0,0 0,0 1,0-1,0 0,-1 1,1-1,0 0,0 1,0-1,-1 1,1-1,0 1,-1-1,1 1,0 0,-1-1,1 2,2 4</inkml:trace>
  <inkml:trace contextRef="#ctx0" brushRef="#br0" timeOffset="114528.164">25094 6863,'-81'-3,"80"3,1 0,-1 0,1 1,-1-1,1 0,0 0,-1 1,1-1,0 0,-1 1,1-1,0 0,-1 1,1-1,0 1,0-1,-1 1,1-1,0 0,0 1,0-1,0 1,0-1,0 1,0-1,0 1,0-1,0 1,0-1,0 1,0-1,0 1,0-1,0 1,0-1,1 1,-1-1,0 0,0 1,0-1,1 1,-1-1,0 0,1 1,-1-1,0 0,1 1,-1-1,1 0,-1 1,0-1,1 0,-1 0,1 0,-1 1,1-1,-1 0,1 0,-1 0,1 0,-1 0,1 0,-1 0,0 0,1 0,-1 0,1 0,0 0,15 0,4 0,-24-3,-3-7,9 15,5 0,-10-2,32-3,-25-1</inkml:trace>
  <inkml:trace contextRef="#ctx0" brushRef="#br0" timeOffset="118167.14">20146 7646,'-6'-2,"-18"-4,0-1,0-2,1 0,1-2,-1 0,-16-12,37 21,-1 0,1 1,0-1,-1 0,1 0,0 0,0-1,0 1,0 0,1-1,-1 1,0-1,1 0,0 1,0-1,0 0,0 0,0 0,0 0,1 0,-2-7,2 9,-1 1,1-1,0 0,0 1,0-1,0 0,0 1,-1-1,1 0,0 1,0-1,1 0,-1 1,0-1,0 0,0 1,0-1,1 0,-1 1,0-1,0 1,1-1,-1 1,0-1,1 0,-1 1,1-1,-1 1,1 0,-1-1,1 1,-1-1,1 1,20-16,0 1,1 1,0 1,2 1,-1 1,1 2,0 0,1 1,3 1,-11 3,1 0,-1 2,1 0,-1 1,1 1,0 1,0 0,-1 2,1-1,-1 2,0 1,0 0,12 6,-20-7,1 0,-1 1,-1 0,1 1,-1 0,0 0,0 1,-1 0,0 0,0 1,-1 0,0 0,0 1,-1-1,0 1,0 0,-1 1,0-1,-1 1,0 0,-1-1,2 11,-3-3,-1 0,0-1,-1 1,-1-1,-1 1,0-1,-1 0,-1 0,0 0,-1 0,-4 6,-9 16,-2 0,-1-2,-24 29,6-13,-3-2,-2-2,-47 38,70-64,25-19,39-14,-18 4,0 1,0 1,1 1,0 1,14 1,-29 2,0 0,1 1,-1 0,0 1,0 0,0 1,0 0,-1 0,1 1,-1 0,0 0,0 1,0 1,-1 0,1 0,-4-1,0-1,0 1,-1 0,0 0,0 1,0-1,-1 1,0 0,0 0,0 0,-1 0,0 1,0-1,0 1,-1-1,0 1,0-1,-1 1,0 0,0-1,-1 5,-1 5,0 0,-2-1,0 1,-1-1,0 0,-1 0,-1-1,-5 9,-7 7,0-1,-2-1,-2-1,0 0,-2-2,0-1,-2-1,0-1,-2-2,0-1,-2-1,0-1,0-2,-5 0,10-5,1-2,-2 0,1-2,-1-1,0-2,0 0,-45-1</inkml:trace>
  <inkml:trace contextRef="#ctx0" brushRef="#br0" timeOffset="118840.215">20965 7490,'6'-5,"10"-9,2 1,-1 1,2 0,0 1,0 1,0 1,1 1,1 1,0 0,-1 2,2 0,-1 2,0 0,3 1,-2 2,0 1,0 0,0 2,0 0,-1 2,1 0,-1 2,0 0,-1 1,0 1,0 1,-1 1,0 1,1 2,-5-4,-1 2,0 0,-1 1,0 0,-1 1,0 1,-2-1,1 2,-2 0,0 0,-1 0,0 1,-2 0,0 1,-1 0,0-1,-2 3,0 4,-1 0,-2 1,0-1,-2 0,0 0,-2 0,0 0,-2-1,-1 1,0-1,-6 9,-5 7,-1 0,-1-2,-3 0,-1-1,-1-2,-4 2,-10 7,-2-1,-2-2,-2-2,-1-2,-2-2,-49 27,77-50,-1 0,0-1,0-2,-1 0,-1-1,1-1,-12 1,20-6,23-6,23 0,-1 0,1 3,0 0,0 3,28 3,-2 2,-2 2,1 3,-2 3,0 2,0 2,-2 3,39 21,-25-6</inkml:trace>
  <inkml:trace contextRef="#ctx0" brushRef="#br0" timeOffset="120148.508">22202 7499,'0'0,"1"0,73-22,-29 8,1 2,40-4,-60 13,-1 1,1 1,0 1,0 1,0 2,-1 1,1 0,8 5,-20-5,-1 0,0 1,-1 0,1 1,-1 1,-1 0,1 1,-1 0,0 0,-1 1,0 1,0 0,-1 0,0 1,-1 0,4 7,-2 4,0 0,-2 1,-1 0,0 0,-2 1,-1-1,0 1,-2 0,-1 1,-1-1,-2 21,-10 89,-6 0,-6-1,-6-1,-6 0,-17 81,52-207,-5 16,1 1,0 0,2 0,1 0,0 0,2 0,1 0,1 1,0-12</inkml:trace>
  <inkml:trace contextRef="#ctx0" brushRef="#br0" timeOffset="120477.764">22400 8149,'0'0,"6"0,14 0,19 0,23 0,26 0,26 0,18 0,7-2,-1-3,-11-2,-28 0</inkml:trace>
  <inkml:trace contextRef="#ctx0" brushRef="#br0" timeOffset="120868.21">23775 7183,'-3'6,"-77"138,47-77,3 2,3 1,3 1,4 1,2 1,-6 64,18-87,2 0,3 0,1-1,3 1,3 17,-3-45,2 0,0 0,1 0,0-1,2 0,1 0,1-1,0 0,2 0,0-1,1-1,15 16,-16-22,0-1,1 0,1-1,0-1,0 0,0-1,1 0,1-2,-1 1,1-2,0 0,0-1,0-1,1 0,-1-1,1-1,1 0,4-1,0-1,-1-1,1-1,-1 0,0-2,0 0,0-2,-1 0,0-1,0-1,-1-1,17-12,-25 15,-1 0,-1-1,1-1,-1 1,-1-1,0-1,4-5,-10 12,1 0,-1 0,0 0,-1-1,1 1,0-1,-1 1,0-1,0 0,0 0,0 1,-1-1,1 0,-1 0,0 0,0 0,-1 1,1-1,-1 0,1 0,-1 1,0-1,-1 0,1 1,-2-4,-2 1,1 1,-1 0,0 0,0 0,0 0,-1 1,1 0,-1 0,0 1,0-1,-1 1,1 1,-1-1,1 1,-6-1,-79-16,26 15,1 3,-1 3,0 2,1 4,0 2,1 3,-58 20,-15 12,79-23,1 2,-15 11,16-3</inkml:trace>
  <inkml:trace contextRef="#ctx0" brushRef="#br0" timeOffset="121338.706">24405 7207,'32'0,"42"-1,1 3,-2 4,64 12,-115-14,-1 2,-1 0,1 1,-1 1,0 1,-1 1,0 0,-1 2,0 0,-1 1,0 0,-1 2,0 0,-1 1,-1 0,2 5,1 4,-2 2,-1 0,-1 0,-1 2,-1-1,-2 1,1 9,4 26,-2 1,1 56,-7 72,-9 1,-8-1,-10 11,14-132,-4 17,11-86,0-1,-1 1,1 0,-1-1,0 1,0-1,0 1,0-1,0 0,-1 1,1-1,-1 0,1 0,-1 0,0 0,-1 1,-10 4</inkml:trace>
  <inkml:trace contextRef="#ctx0" brushRef="#br0" timeOffset="121649.213">24511 8010,'0'0,"7"0,16 0,20-1,22-3,27-3,23-2,16 1,8 1,0-1,-10-2,-21-4,-28 2</inkml:trace>
  <inkml:trace contextRef="#ctx0" brushRef="#br0" timeOffset="121977.921">24423 6030,'11'7,"58"34,1 3,30 25,30 30,24 30,-41-28,-5 6,-4 3,-6 5,-5 5,41 72,-96-134,-3 2,-3 2,-2 1,-3 1,-3 1,-3 1,-3 1,-2 1,-4 0,-3 1,-2 0,-3 58,-11-54,-2 0,-4-1,-3-1,-3 0,-3-1,-2-1,-4-2,-3 0,-13 16,-34 49,-5-2,-6-5,-93 101,-52 33,18-38</inkml:trace>
  <inkml:trace contextRef="#ctx0" brushRef="#br0" timeOffset="124670.29">25039 924,'134'11,"380"17,1-23,116-29,-427 13,-28 1,-38 1,118-15,-255 24,0-1,1 1,0-1,0 1,0-1,0 1,-1 0,1 0,0 0,0 0,0 0,0 0,0 0,0 1,-1-1,1 1,0-1,0 1,0 0,-1-1,1 1,0 0,-1 0,1 0,-1 1,1-1,-1 0,0 0,0 1,1-1,-1 1,0 0,-4 47,-55 139,25-76,-4 31,-2 29,-9 115,12 1,12 1,13 96,52 876,-8-714,50 1248,-81-823,-46 42,-27-359,45-499,-8-2,-6-1,-15 21,14-67,-5-2,-4-2,-4-3,-5-2,-4-3,-4-2,-31 28,-83 73,-8-8,-8-9,-87 53,-415 308,489-391,15-28,17-35,24-33,28-24</inkml:trace>
  <inkml:trace contextRef="#ctx0" brushRef="#br0" timeOffset="125783.568">25987 5419,'0'0,"8"2,22 3,29 1,33-1,32-11,31-20,32-30,32-39,29-44,25-43,22-42,30-47,42-52,18-28,-57 48</inkml:trace>
  <inkml:trace contextRef="#ctx0" brushRef="#br0" timeOffset="268581.108">13116 9931,'0'0,"0"0,0 0,0 0,8 21,-3-9,3 11,1-1,1 0,2-1,0 0,1 0,5 5,-15-23,0-1,0 1,0-1,0 1,1-1,-1 0,0 0,1-1,0 1,-1-1,1 1,0-1,0 0,0-1,0 1,-1-1,1 1,0-1,0-1,0 1,1-1,83-20,-6-12,-1-4,-1-4,25-19,522-322,111-74,-463 281,-212 132</inkml:trace>
  <inkml:trace contextRef="#ctx0" brushRef="#br0" timeOffset="287246.054">20384 9761,'0'7,"-13"791,9-727,-3 44,6 0,7 58,-4-155,0 0,1 0,0-1,2 1,1 3,-5-18,0-1,-1 0,1 0,0 0,0 0,0-1,0 1,0 0,0 0,1-1,-1 1,0 0,1-1,-1 0,1 1,0-1,0 0,-1 0,1 0,0 0,0 0,0 0,0 0,0-1,0 1,0-1,0 1,0-1,1 0,-1 0,0 0,0 0,0 0,0 0,0-1,0 1,2-1,12-7</inkml:trace>
  <inkml:trace contextRef="#ctx0" brushRef="#br0" timeOffset="287970.117">20682 10025,'7'-6,"186"-166,-165 147,-4 3,0 1,2 1,0 2,1 0,3 1,35-4,-62 21,0-1,-1 1,1 0,0 0,0 0,0 0,-1 1,1-1,0 1,0 0,-1-1,1 1,0 0,-1 1,1-1,-1 0,0 1,1 0,-1-1,0 1,0 0,0 0,0 0,1 3,-1-1,1 0,-1 1,-1-1,1 1,-1 0,0 0,0-1,0 1,0 0,-1 0,0 0,0 0,0 0,-2 4,-2 23,-1 0,-2-1,-11 29,-64 198,27-91,6 1,-19 142,65-297,0 1,1 0,1 0,0 0,1 1,1-1,0 0,1 0,1 0,1 6,-3-18,0 0,0 0,-1 0,1 0,0-1,1 1,-1 0,0 0,0-1,1 1,-1-1,1 1,-1-1,1 0,0 0,0 1,-1-1,1 0,0-1,0 1,0 0,0 0,0-1,0 1,0-1,0 0,0 0,0 0,1 0,-1 0,0 0,0 0,5-1,-1-1,1 1,-1-1,1 0,-1-1,0 0,0 0,0 0,2-2,4-4,-1 0,0-1,0 0,-1-1,-1 0,0 0,0-1,-1 0,-1-1,0 0,-1 0,0 0,-1-1,0 0,-1-3,-1 4,0 0,-1 0,-1 0,0 0,-1 0,-1 0,1 0,-2 0,0 0,-1 0,0 0,-1 0,0 1,-1 0,0 0,-1 0,-1 0,0 1,-2-3,-11-13,-1 2,-1 0,-1 1,-1 1,-1 1,-1 2,-4-2,1 2,15 11,0 0,1 0,0-1,0-1,1 0,1 0,0-1,0-1,2 0,-1 0,-6-15,8 5</inkml:trace>
  <inkml:trace contextRef="#ctx0" brushRef="#br0" timeOffset="288579.194">21416 9805,'6'-4,"12"-7,1 1,0 0,0 2,1 0,0 1,0 1,1 1,-1 1,1 0,0 2,1 1,-1 0,0 1,16 3,-27-2,0 0,-1 0,1 1,-1 0,1 1,-1-1,0 2,0 0,0 0,0 0,-1 1,0 1,0-1,0 1,0 0,-1 1,0 0,-1 0,0 1,0-1,4 8,-5-4,-1 1,0-1,-1 0,0 1,-1 0,0 0,-1 0,-1 0,0 0,0 0,-1 3,-24 129,24-140,-59 210,58-208,0 0,0 0,1 0,0 0,1 0,-1 1,1-1,0 0,0 1,1-1,0 0,0 1,1-1,0 0,0 0,0 0,0-1,1 1,0 0,1-1,-1 0,1 0,0 0,0 0,0 0,1-1,0 0,0 0,0 0,2 1,2 0,-1-1,0 0,1-1,-1 0,1 0,0-1,0 0,0-1,0 0,1 0,-1-1,0 0,0-1,0 0,1 0,2-1,6-5</inkml:trace>
  <inkml:trace contextRef="#ctx0" brushRef="#br0" timeOffset="289177.229">19805 9077</inkml:trace>
  <inkml:trace contextRef="#ctx0" brushRef="#br0" timeOffset="289741.767">19636 9265,'2'1205,"30"-318,-20-625,33 689,-41-814,-5-96</inkml:trace>
  <inkml:trace contextRef="#ctx0" brushRef="#br0" timeOffset="290538.085">18367 10364,'1'-7,"1"-10,2-1,0 1,0 1,2-1,0 1,1 0,0 0,1 1,1 0,1 0,0 1,0 0,2 1,0 1,0-1,1 2,0 0,5-2,-3 4,1 2,0 0,0 0,1 2,-1 0,1 1,0 1,1 0,-1 1,0 1,1 1,-1 0,0 1,1 1,-1 1,-11-2,-1 0,1 0,0 0,-1 1,1 0,-1 0,0 0,0 1,0-1,0 1,0 1,0-1,-1 1,0-1,0 1,0 1,0-1,0 0,-1 1,0 0,0 0,1 1,-2 4,-1 0,1 0,-1 0,-1 0,0 0,0 0,-1 1,-1-1,1 0,-2-1,1 1,-1 0,-1-1,0 1,0-1,-1 0,-2 4,-29 48,-2-2,-3-2,-3-1,-1-2,-50 43,12-12,-88 74,144-130,27-28,0-1,0 1,0 0,0-1,0 1,0 0,0-1,0 1,0-1,1 1,-1 0,0-1,0 1,1-1,-1 1,0-1,1 1,-1-1,1 1,-1-1,1 1,-1-1,1 0,-1 1,1-1,-1 0,1 1,-1-1,1 0,-1 0,1 1,0-1,-1 0,1 0,0 0,-1 0,1 0,-1 0,1 0,0 0,-1 0,1 0,79 1,461-28,-420 23</inkml:trace>
  <inkml:trace contextRef="#ctx0" brushRef="#br0" timeOffset="291230.382">19862 11280,'10'0,"440"-25,145 4,101 29,-505 1,198 7,72-19,-305-7,-24-1</inkml:trace>
  <inkml:trace contextRef="#ctx0" brushRef="#br0" timeOffset="295757.407">8199 9106,'-8'1,"-28"4,0 2,0 1,1 2,0 2,1 1,0 1,1 2,-23 15,43-21,0 0,1 0,0 1,1 1,0 0,1 1,0 0,1 0,-2 6,-63 132,65-128,5-14,-57 152,56-136,1 1,1 0,1 0,2 0,0 0,2 0,1 0,3 13,2-1,2 0,1 0,2-1,2 0,1-1,2-1,3 3,63 73,-68-93,1-1,1-1,0 0,1-2,1 0,0-1,1-1,10 4,39 15,72 21,-124-45,115 33,36 3,-72-19,111 20,201 15,-303-48,0-6,0-3,0-6,63-11,-41-3,-1-5,-1-5,24-14,-95 23,-1-2,-1-2,-2-2,0-3,-2-2,-1-2,37-32,-67 49,-2 1,0-2,-1 0,0-1,-1 0,-1-1,-1-1,0 0,-2-1,0 0,-1 0,0-5,-6 9,0 0,-2 0,0 0,-1 1,0-1,-1 0,-1 0,-1 0,0 1,-1-1,-1 1,0 0,-1 0,-1 1,0 0,-8-12,-11-13,-1 1,-2 2,-2 1,-1 1,-2 1,-1 2,-1 2,-2 1,0 2,-2 2,-19-8,-94-48,-2 5,-4 8,-140-38,191 72,-1 5,-1 5,-1 4,-1 6,0 4,0 5,-94 10,100 6,-1 5,2 5,-88 30,54-9,85-27</inkml:trace>
  <inkml:trace contextRef="#ctx0" brushRef="#br0" timeOffset="309197.403">7642 10361,'0'8,"0"56,19-57,-14-7,24 3,0-2,-1 0,20-4,2 1,386 2,-118 24,-195-12,-57-7,171 16,166-10,70-19,36-4,-453 9,1 2,-1 3,29 6,20 11,-68-13,-49-11,9 1</inkml:trace>
  <inkml:trace contextRef="#ctx0" brushRef="#br0" timeOffset="317276.787">4258 10357,'0'0,"0"0,0 0,0 0,0 0,0 0,0 0,-5 2,-22 8,-1 0,0-2,-20 2,45-9,-6 1,14 3,49 7,55 17,-16-12,1-4,0-5,41-2,364-1,-85 4,124-7,-144 14,14 1,61-26,-124-16,-250 20,-94 5,-1 0,1-1,-1 1,1-1,0 1,-1 0,1-1,-1 1,1-1,-1 1,1-1,-1 1,1-1,-1 0,0 1,1-1,-1 1,0-1,0 0,1 1,-1-1,0 0,0 0,0 1,0-1,0 0,0 1,0-1,0 0,0 0,0 1,0-1,0 0,0 1,-1-1,1 0,-3-2</inkml:trace>
  <inkml:trace contextRef="#ctx0" brushRef="#br0" timeOffset="335391.955">4185 10524,'0'0,"0"0,0 0,0 0,0 0,0 0,7 0,100 4,-59-1,-1-2,45-5,323-36,125 6,-49-24,-162 33,138 16,-118 27,404 27,17 6,68-14,219-23,-1004-16,-37 0,1 1,-1 1,1 1,0 0,0 2,-8-1</inkml:trace>
  <inkml:trace contextRef="#ctx0" brushRef="#br0" timeOffset="336696.939">13250 9865,'3'5,"6"11,1-1,0-1,1 0,1 0,1-1,0 0,0-2,1 1,0-2,1 1,1-2,-1 0,10 2,-9-5,1 0,0-2,0 0,0-1,0-1,1 0,-1-1,1-1,0-1,-1-1,8-1,12-4,1-2,-1-1,0-2,23-12,40-24,-2-5,-2-3,66-54,578-466,-437 329,-270 220,2 2,1 2,29-13,33-19,-51 26</inkml:trace>
  <inkml:trace contextRef="#ctx0" brushRef="#br0" timeOffset="343237.389">2584 8459,'7'-28,"2"1,0-1,2 1,1-1,29-42,3 1,2 3,4 2,44-44,27-27,6 5,48-31,-96 94,4 4,3 3,2 4,71-32,-115 66,1 2,1 2,0 2,2 1,0 3,0 2,1 3,0 1,0 2,0 3,38 4,-45 1,1 2,-1 2,0 2,-1 1,0 3,-1 1,-1 2,0 1,-1 3,-1 1,-1 1,-1 2,-2 2,0 1,-2 1,-1 2,0 2,-12-8,-1 0,-1 1,-1 1,-1 1,-2 0,-1 0,-1 1,-1 1,-2 0,-1 0,-1 0,-2 0,-1 1,-1 0,-2-1,-1 1,-1-1,-2 1,-2 5,-11 25,-2-1,-3 0,-3-2,-2-1,-2-1,-3-1,-3-2,-1-2,-35 36,3-13,-2-2,-4-4,-3-3,-2-4,-3-3,-2-4,-3-4,-2-3,-1-5,-57 17,60-28,-1-3,-1-4,-1-4,-29 0,61-13,1-2,-1-3,0-3,0-2,0-3,1-3,-20-6,50 9,1-2,0-1,1-1,0-1,1-1,0-1,1-2,0 0,1-2,1 0,1-1,0-2,1 0,-16-22,12 4,2-1,1-1,3-1,1 0,1-1,3-1,2 0,1-1,3 0,1-1,2 1,2-2,2-51,0 97,1-1,-1 1,0 0,1-1,-1 1,0 0,1 0,-1-1,0 1,1 0,-1 0,1 0,-1-1,0 1,1 0,-1 0,1 0,-1 0,1 0,-1 0,0 0,1 0,-1 0,1 0,-1 0,1 0,-1 0,0 0,1 1,-1-1,1 0,-1 0,0 0,1 1,-1-1,0 0,1 0,-1 1,0-1,1 0,-1 1,0-1,0 0,1 1,-1-1,0 1,0-1,0 1,6 3,127 44,-92-35</inkml:trace>
  <inkml:trace contextRef="#ctx0" brushRef="#br0" timeOffset="347828.634">3298 9896,'0'0,"0"0,6 6,25 24,21 22,3-2,41 28,-89-73,1 1,-1-1,2-1,-1 0,0 0,1 0,0-1,-1-1,1 1,0-1,1-1,-1 0,0 0,0-1,1 0,5-1,2-2,0 0,-1-2,1 0,-1-1,0 0,0-1,11-8,80-51,33-37,38-39,37-35,268-235,-269 225</inkml:trace>
  <inkml:trace contextRef="#ctx0" brushRef="#br0" timeOffset="352378.385">29365 9814,'1'0,"4"0,2 2,6 16,2 30,-1 7</inkml:trace>
  <inkml:trace contextRef="#ctx0" brushRef="#br0" timeOffset="352705.355">29242 10947,'21'0,"-11"1,-1-1,0 0,0-1,0 0,1 0,-1-1,0 0,0 0,0-1,-3-1,1 1,-1-2,0 1,0-1,0 1,-1-2,1 1,-1-1,0 1,-1-1,1-1,-1 1,-1-1,2-3,37-101,-40 105,82-250,-66 187,-15 55,-3 9,1 0,0 0,0 0,0 0,1 0,0 1,0-1,0 0,0 1,1 0,0-1,0 1,0 0,0 0,1 0,6-3,1 1,-1 0,1 1,0 0,0 1,0 0,0 1,1 0,0 0,-1 2,4-1,62-15,-72 15,-3 2,1 0,-1-1,0 1,0-1,-1 1,1-1,0 0,0 1,0-1,0 0,0 0,-1 0,1-1,-1 1,1 0,0-1,-1 1,0-1,1 1,-1-1,0 0,0 1,0-1,0 0,0 0,-1 0,1 0,0 1,-1-1,1-2,-5-3,-5 20,-24 113,11-29,-2 3</inkml:trace>
  <inkml:trace contextRef="#ctx0" brushRef="#br0" timeOffset="352706.355">29641 9761,'0'0,"0"0</inkml:trace>
  <inkml:trace contextRef="#ctx0" brushRef="#br0" timeOffset="357147.293">4398 11401,'0'0,"0"0,-2 0,-64 1,66-1,-1 1,1-1,0 1,-1 0,1-1,0 1,0 0,-1-1,1 1,0 0,0-1,0 1,0 0,0-1,0 1,0 0,0 0,0-1,0 1,1 0,-1-1,0 1,0 0,1-1,-1 1,0-1,1 1,-1 0,0-1,1 1,-1-1,1 1,-1-1,1 1,0-1,3 3,0 0,0 0,0-1,0 0,1 1,-1-2,1 1,0 0,0-1,-1 0,1 0,0-1,0 1,0-1,3 0,3 1,294 14,-110-7,1030 94,-668-86,-309-12,608-13,98-48,-760 48,631-39,-596 26,-225 22,1 0,-1-1,0 1,1-1,-1 0,0 0,0-1,0 1,0-1,0 0,2-1,-1 1,0 0,0 0,0 1,1 0,-1 0,0 0,1 1,-1-1,0 1,1 0,4 1,6 0,174-1,-153 14,-22-5</inkml:trace>
  <inkml:trace contextRef="#ctx0" brushRef="#br0" timeOffset="358718.324">16283 10834,'21'19,"82"57,-95-71,-1-1,1 0,0-1,1 0,-1 0,0-1,1 0,0 0,-1-1,1 0,0-1,0 0,7-1,-5-1,1-1,-1 0,1-1,-1 0,0-1,-1 0,1 0,-1-2,0 1,2-3,70-58,26-39,34-49,37-46,234-267,-227 256</inkml:trace>
  <inkml:trace contextRef="#ctx0" brushRef="#br0" timeOffset="363020.842">0 11753,'0'0,"0"0,0 0,0 0,0 1,5 10,0 0,1 0,0 0,0-1,1 0,4 4,-3-3,-4-6,-3-1,1-1,1 1,-1 0,0-1,1 0,0 1,0-1,0 0,0 0,0-1,1 1,-1-1,1 0,-1 1,1-1,0-1,0 1,0-1,0 1,0-1,0-1,1 1,-1 0,2-1,1-2,-1 1,1-2,0 1,-1-1,1 0,-1 0,0-1,0 0,0 0,44-32,-1-3,7-8,-6 3,66-53,157-128,-149 124</inkml:trace>
  <inkml:trace contextRef="#ctx0" brushRef="#br0" timeOffset="364980.265">16173 12651,'0'0,"0"1,50 125,-44-114,4 13,0-2,2 1,1-1,1-1,1 0,1-1,0-1,2-1,11 11,-19-24,-1 0,1 0,0-1,0 0,0-1,1 0,-1-1,1 0,0-1,0 0,0 0,1-1,-1-1,0 0,0 0,2-1,18-3,0-2,-1 0,1-2,-1-1,6-5,98-42,-3-6,117-76,108-82,-317 193,-2-1,26-27,-24 14</inkml:trace>
  <inkml:trace contextRef="#ctx0" brushRef="#br0" timeOffset="372054.791">3783 12666,'0'0,"0"0,0 0,0 0,83 1,-1-3,0-4,0-4,50-13,393-121,24 17,-130 44,63 10,426-27,-796 89,170-19,397-32,610 51,-1215 13,131 4,35 12,-180-10,0 2,-1 3,0 3,23 10,-54-15,-1 0,0 2,0 1,-2 1,0 2,0 0,-2 1,0 2,19 20,-28-23,-1 1,0 0,-1 1,-1 1,-1 0,-1 0,0 1,-2 0,0 0,-2 1,0 0,-2 0,0 0,-1 1,-1-1,-2 0,0 1,-4 21,-2 1,-3 0,-1-1,-2 0,-2-1,-2-1,-2 0,-2-1,-1-1,-8 8,-12 12,-2-1,-3-3,-2-1,-3-3,-24 18,-21 9,-4-3,-3-6,-3-3,-104 46,79-53,-2-6,-2-5,-2-7,-29 1,-55 3,-1-10,-74-4,45-16,0-10,0-12,0-10,-50-19,-95-34,-342-107,460 99,3-13,4-11,-131-74,314 131,2-4,2-3,3-4,2-3,3-4,-10-15,65 57,1-2,1-1,1 0,1-1,1-1,2-1,0 0,1-1,-1-9,12 29,1 1,0 0,0-1,0 0,1 1,0-1,1 0,-1 0,1 1,0-1,1 0,0 0,0 1,0-1,1 0,0 1,1 0,-1-1,1 1,0 0,0 0,1 0,3-4,12-7,0 0,0 1,2 1,0 0,0 2,1 1,6-2,-16 8,49-26</inkml:trace>
  <inkml:trace contextRef="#ctx0" brushRef="#br0" timeOffset="373462.566">17458 12952,'193'7,"-81"-11,0-5,0-5,-2-5,0-5,34-14,-54 9,-64 29,-21 2</inkml:trace>
  <inkml:trace contextRef="#ctx0" brushRef="#br0" timeOffset="374121.139">20250 12079,'0'10,"0"37,13 657,-13-698,38 445,-38-448,5 35,1-1,2 0,4 8,13 0,-12-35</inkml:trace>
  <inkml:trace contextRef="#ctx0" brushRef="#br0" timeOffset="374758.727">20536 12139,'5'-5,"8"-12,1 1,1 0,0 2,1-1,0 2,1 0,1 1,0 1,1 1,0 0,0 2,1 0,0 1,5 0,-16 4,1 0,-1 1,1 0,-1 1,1 0,0 0,0 1,-1 1,1-1,0 2,-1-1,1 1,-1 1,1 0,-1 0,0 1,0 0,-1 0,1 1,-1 0,0 1,0 0,-1 0,1 0,-1 1,-1 0,1 1,2 4,-2 4,0 2,0-1,-2 1,0-1,-1 1,-1 1,-1-1,0 0,-1 1,-2-1,1 1,-3 8,-11 123,-7 4,6-49,13-91,-36 332,38-342,-2 15,1-1,1 0,1 0,1 1,1 5,-3-21,1-1,-1 1,0-1,1 1,0-1,0 1,0-1,0 0,0 1,0-1,0 0,1 0,-1 0,1 0,0 0,0 0,-1 0,1-1,0 1,0-1,1 1,-1-1,0 0,0 0,1 0,-1 0,1 0,-1 0,0-1,1 1,0-1,-1 0,1 1,1-1,2-2,-1 1,1 0,-1-1,0 0,1 0,-1-1,-1 1,1-1,0 0,0-1,-1 1,0-1,0 1,0-1,1-2,49-72,-46 61,0-1,0 0,-2 0,0 0,-1 0,-1-1,-1 0,-1 0,0 0,-2 0,0-1,-1 1,-1 0,0 0,-2 0,0 1,-1-1,-1 1,-1 0,0 1,-1-1,-7-9,0 6,0 0,-2 0,0 2,-1 0,-1 1,-1 1,-1 1,0 1,0 1,-2 0,0 2,-1 0,-56-23,-2 4,-76-19,147 47,-47-14</inkml:trace>
  <inkml:trace contextRef="#ctx0" brushRef="#br0" timeOffset="375294.071">21655 11738,'68'14,"-50"-9,0 0,0 1,-1 1,0 1,0 1,-1 0,0 1,-1 0,0 1,-1 1,0 1,0 0,-2 1,0 0,0 1,-1 0,-1 0,-1 1,0 1,1 4,-3-2,-2 2,0-1,-1 1,-1 0,0 0,-2 0,-1 0,0 0,-2 0,0 0,-2 1,-4 22,-3-1,-1 0,-3-1,-13 30,-11 11,-4-2,-3-2,-31 39,4-26,73-92,-1 0,1 0,0 0,0 0,-1 0,1 0,0 0,0 1,-1-1,1 0,0 0,0 0,0 0,-1 1,1-1,0 0,0 0,0 0,-1 1,1-1,0 0,0 0,0 1,0-1,0 0,0 0,0 1,0-1,0 0,0 0,0 1,0-1,0 0,0 1,0-1,0 0,0 0,0 1,0-1,0 0,0 0,0 1,0-1,0 0,1 0,-1 1,0-1,0 0,0 0,0 0,1 1,-1-1,0 0,0 0,0 0,1 0,-1 0,0 1,19-3,-14 1,65-8,0 2,0 4,1 3,6 3,31 8,-1 4,98 28,-82-11</inkml:trace>
  <inkml:trace contextRef="#ctx0" brushRef="#br0" timeOffset="375795.895">23196 11016,'-11'6,"1"1,0 0,0 0,1 1,0 0,0 0,-4 7,-20 26,1 2,2 1,2 1,3 1,1 1,2 2,-14 47,-28 100,35-93,5 1,4 2,5 0,4 0,6 1,4 0,11 94,-4-144,3-1,2 0,3 0,2-1,3-1,2 0,2-2,2-1,3 0,2-2,2-2,2-1,9 8,68 51,-11-30</inkml:trace>
  <inkml:trace contextRef="#ctx0" brushRef="#br0" timeOffset="376626.283">23258 12105,'6'-6,"24"-22,2 2,1 1,1 2,1 1,1 1,0 3,2 1,25-8,-42 17,0 2,0 0,0 2,1 0,0 1,-1 1,15 2,-28 0,-1 0,1 1,-1 0,1 0,-1 1,0 0,0 0,0 1,0 0,0 0,0 1,-1-1,1 1,-1 1,0-1,-1 1,1 0,-1 1,0-1,0 1,0 0,-1 0,3 7,-2-3,0 1,-1 0,0 0,-1 1,0-1,0 6,3 96,-16-1,-4 0,-6-2,-9 20,29-128,-35 154,5-27,29-124,-9 35,2 1,2 0,1 13,13 11,-8-63,1 0,0 0,0 0,0 0,0 0,0-1,0 1,0 0,1-1,-1 1,1-1,-1 1,1-1,-1 0,1 0,0 0,0 0,-1 0,1 0,0 0,0 0,0-1,0 1,0-1,0 1,0-1,0 0,0 0,1 0,5-1,-1-1,1 1,-1-2,1 1,-1-1,0 0,0 0,0-1,-1 0,1 0,-1-1,0 0,2-2,20-17,-2-2,0 0,-2-2,-2-1,0-1,-2 0,-1-2,6-14,7-19,-3-1,-2-2,1-17,10-47</inkml:trace>
  <inkml:trace contextRef="#ctx0" brushRef="#br0" timeOffset="376937.378">23873 11198,'0'0,"0"0,0 0,0 0,0 0,6 6,10 11,9 12,6 14,2 10,-5-4</inkml:trace>
  <inkml:trace contextRef="#ctx0" brushRef="#br0" timeOffset="377664.184">25019 11760,'-6'5,"-16"15,1 2,1 0,1 1,1 1,1 1,2 0,0 1,1 1,2 0,1 1,1 0,1 1,2 0,1 0,1 1,1 2,1 4,1 1,2-1,1 1,3-1,0 1,2-1,2 0,2-1,1 0,1-1,2 0,1-1,2 0,1-1,2-1,5 5,-17-25,0-1,1-1,0 1,0-1,1-1,0 1,1-2,-1 0,2 0,-1-1,1 0,6 2,19 3</inkml:trace>
  <inkml:trace contextRef="#ctx0" brushRef="#br0" timeOffset="378605.783">25298 12117,'8'1,"0"1,0 0,0 0,0 0,-1 1,1 0,-1 1,0-1,0 2,0-1,-1 1,1 0,-1 0,0 0,-1 1,1 0,-1 0,2 4,1 1,-1 0,-1 0,0 0,-1 1,0-1,-1 1,0 0,-1 1,0-1,-1 1,0-1,-1 4,0 14,-1 1,-2 0,0 0,-4 12,5-38,1 2,-1 0,1 0,-1 0,-1 0,1-1,-1 1,0 0,-1-1,0 0,0 1,0-1,0 0,-1-1,0 1,-1 0,1-1,-1 0,-4 4,6-8,0-1,1 1,-1-1,0 1,0-1,1 0,-1 0,0 0,0-1,0 1,1 0,-1-1,0 0,1 0,-1 0,1 0,-1 0,1 0,-1-1,1 1,0-1,0 0,0 1,-1-1,2 0,-1 0,0 0,0-1,1 1,-1 0,1-1,0 1,0-1,0 1,0-1,0 0,0-1,-7-17,1-1,1 0,1-1,0 1,2-1,1 0,1 0,1 0,1-10,0 10,0-1,1 1,2 0,0 0,1 0,2 0,0 1,1 0,6-10,-12 28,0 0,0 0,0 1,0-1,1 1,0-1,-1 1,1 0,1 0,-1 0,0 0,1 1,-1-1,1 1,0 0,-1 0,1 0,0 1,0-1,1 1,-1 0,0 0,0 1,1-1,-1 1,0 0,0 0,1 0,-1 1,0-1,1 1,2 1,2 2,0 0,-1 0,0 0,0 1,0 1,-1-1,0 1,0 1,0-1,-1 1,0 0,0 1,62 97,-54-79,-12-23,-2-2,0 0,1 1,-1-1,1 0,-1 0,1 0,-1 0,1 1,0-1,0 0,-1 0,1 0,0 0,0-1,0 1,0 0,0 0,0 0,0-1,1 1,-1-1,0 1,0-1,0 1,1-1,-1 0,0 1,0-1,1 0,-1 0,1 0,18-36,26-150,-24 143,-21 42,0 1,0-1,0 0,0 0,0 0,0 0,0 1,0-1,0 0,0 1,1-1,-1 1,0 0,0-1,1 1,-1 0,0 0,0-1,1 1,-1 0,0 0,1 1,-1-1,0 0,0 0,1 1,-1-1,0 0,0 1,1 0,-1-1,0 1,0-1,0 1,0 0,5 4,-1 1,1 0,-1 0,-1 0,1 0,-1 1,0 0,-1 0,1 0,-1 0,1 8,0-7,14 40,-9-22,2 0,0-1,15 23,-25-45,1 0,-1 0,1 0,-1 0,1-1,0 1,0-1,1 1,-1-1,0 0,1 0,-1 0,1 0,0 0,-1 0,1-1,0 1,0-1,0 0,0 0,1 0,-1 0,0-1,0 1,0-1,1 0,-1 0,0 0,0 0,1-1,1-2,0 1,0-2,0 1,0-1,-1 1,1-1,-1 0,0-1,0 1,-1-1,1 0,-1 0,2-3,20-36,-2-1,-2-2,-2 0,5-21,-19 53,40-112,-43 123,-2 3,0-1,1 0,-1 1,1-1,0 0,0 1,-1-1,1 1,0 0,0-1,0 1,0 0,1-1,-1 1,0 0,0 0,1 0,0 0,7 9,9 73,-6 1,4 32,3 30,109 684,-119-776</inkml:trace>
  <inkml:trace contextRef="#ctx0" brushRef="#br0" timeOffset="378870.98">26188 12002,'27'-145,"-27"143,0-1,1 1,-1 0,1 0,0 0,0 0,0 0,0 0,0 0,0 0,0 0,0 0,1 0,-1 1,1-1,0 1,-1-1,1 1,0-1,0 1,0 0,0 0,0 0,0 0,0 0,0 1,0-1,0 0,2 1,3 1,0 0,0 1,-1 0,1 0,-1 1,1-1,-1 1,0 1,0-1,0 1,0 0,-1 1,1-1,-1 1,0 0,1 2,14 16,-1 1,-1 0,0 1,-2 1,-1 1,-2 0,0 1,-2 0,-1 1,-1 0,-2 1,-1 0,-1 0,-1 0,-2 0,-1 1,-1-1,-2 3,2-21,-1 0,0 1,-1-1,-1 0,1 0,-2 0,0 0,0 0,-1-1,0 1,-1-1,-1-1,0 1,-18 17</inkml:trace>
  <inkml:trace contextRef="#ctx0" brushRef="#br0" timeOffset="379624.925">26510 11111,'0'0,"2"10,4 73,-2 3,1 33,26 286,-19-325,2-1,4 0,4-1,4 1,29 45,-45-106,0-1,1-1,1 0,1 0,13 13,-20-24,1 1,-1-1,1 0,0 0,0-1,1 1,-1-2,1 1,0-1,0 0,0-1,0 0,0 0,8 0,-6-2,-1 0,0-1,0 0,0 0,1-1,-1 0,-1-1,1 0,0 0,-1-1,1 0,-1-1,0 1,-1-2,1 1,2-3,5-5,0-1,-1-1,-1 0,0-1,-1 0,-1-1,0 0,1-5,0-1,-1 0,-2-1,0 0,-1 0,-2 0,-1-1,0 0,-2-1,-1 1,-1-18,-1 34,-1 1,0-1,0 0,-1 1,-1-1,1 1,-1 0,0 0,-1 0,0 0,-2-2,4 7,0 0,0 0,0 0,-1 0,0 0,1 0,-1 1,0 0,0-1,-1 1,1 0,0 0,-1 1,1-1,-1 1,0 0,1-1,-1 2,0-1,0 0,1 1,-1 0,0 0,0 0,0 0,-1 0,-1 3,1-1,-1 0,0 1,1 0,-1 0,1 1,0 0,0 0,1 0,-1 0,1 1,0-1,0 1,0 0,1 1,-1-1,1 1,1-1,-1 1,1 0,0 0,0 0,1 0,-1 0,1 0,1 1,-1 1,-1 13,1 1,0 0,2 0,0-1,1 1,2-1,0 1,1-1,1 0,1-1,1 1,1-1,1-1,0 0,3 3,-6-12,-1-1,2 1,-1-1,1-1,1 1,0-1,0-1,7 5,-12-9,-1-1,1 0,0 0,0 0,0-1,0 1,0-1,0 0,0 0,0 0,0-1,1 1,-1-1,0 0,0-1,1 1,-1-1,0 1,0-1,0 0,0-1,0 1,0-1,0 0,3-1,1-4,1 0,-1-1,0 0,-1 0,0-1,0 1,-1-2,0 1,0-1,-1 1,-1-2,1-1,11-25,-2-1,-2 0,3-21,-13 54,12-37,-13 40,-1 1,1 0,0 0,-1-1,1 1,0 0,0 0,0 0,0 0,0 0,0 0,0 0,0 1,0-1,0 0,1 1,-1-1,0 0,0 1,1 0,-1-1,0 1,1 0,-1 0,1-1,-1 1,0 0,1 0,-1 1,4 0,-1 1,0-1,0 1,0 1,0-1,-1 0,1 1,-1 0,1 0,-1 0,0 0,0 0,0 2,163 198,-148-181,2 0,0-2,1 0,1-1,1-1,1-2,14 8,-22-16,1 0,1-2,-1 0,1-1,0-1,0-1,11 1,19 1,0-2,0-2,7-3,-4-2</inkml:trace>
  <inkml:trace contextRef="#ctx0" brushRef="#br0" timeOffset="383043.85">4815 8111,'0'0,"0"0,2 4,1 9,4 6,4 4,3-1,3-4,1-6,3-5,6-8,9-9,17-14,27-22,42-37,39-39,-8 0</inkml:trace>
  <inkml:trace contextRef="#ctx0" brushRef="#br0" timeOffset="747530.874">4534 10534,'0'0,"0"0,0 0,0 0,9 0,480-17,500-59,-611 53,44 16,298 3,150 19,-205 0,-13-27,-192 1,-109 10,-205 2</inkml:trace>
  <inkml:trace contextRef="#ctx0" brushRef="#br0" timeOffset="751943.39">927 960,'9'-2,"27"-7,1 1,0 2,0 1,0 3,0 0,1 3,30 4,-55-3,0 0,0 2,0 0,-1 0,1 1,-1 0,0 1,-1 1,1 0,-1 0,-1 1,1 1,-2-1,1 2,-1-1,0 1,-1 1,0 0,-1 0,0 0,-1 1,0 0,-1 0,0 0,-1 1,0 0,-1 0,-1 0,1 12,-3-9,-1 0,-1 0,0 0,-2 0,0 0,0-1,-1 1,-1-1,-1-1,0 1,-1-1,0 0,-1-1,-1 0,0 0,-1-1,0 0,-1-1,0-1,-1 0,0 0,0-1,-1-1,0 0,-1-1,0-1,-6 2,-2 1,0-2,-1 0,0-2,0 0,-1-2,1 0,-1-2,1-1,-1-1,1-1,-1-1,1-1,0-1,0-1,1-2,-1 0,2-1,-1-1,1-2,1 0,-3-3,15 9,0-1,0-1,1 1,0-1,0-1,1 0,0 0,1 0,0-1,0 0,1 0,0 0,1-1,0 1,0-1,2 0,-1-1,1 1,1 0,0 0,0-1,1 1,1-1,0 1,1 0,0-1,4-9,1 1,1 0,1 0,1 1,0 0,2 1,0 0,1 1,1 0,0 1,9-7,20-19</inkml:trace>
  <inkml:trace contextRef="#ctx0" brushRef="#br0" timeOffset="752476.416">1879 941,'8'2,"18"11,0 1,-1 1,-1 1,0 1,-2 1,0 1,0 1,-2 1,8 12,-20-23,0-1,-1 2,0-1,-1 1,0 0,-1 1,0-1,-1 1,0 0,-1 0,0 0,-1 0,0 1,-1-1,0 1,-1-1,-1 1,0-1,-1 1,0-1,0 0,-2 0,1 0,-2 0,0 0,3-6,-1-1,1 0,-1 0,0 0,-1-1,1 1,-1-1,0 1,0-1,-1-1,1 1,-1-1,0 1,1-1,-1 0,-1-1,1 1,0-1,-1 0,-3 0,-8 2,0-2,0 0,0-1,0-1,1 0,-1-1,0-1,0-1,0 0,1-1,-1-1,1-1,1 0,-1-1,1-1,0 0,-8-6,17 10,-1-1,1 0,0 0,1 0,-1-1,1 0,0 0,0 0,1-1,0 1,0-1,1 0,-1-1,2 1,-1 0,1-1,0 1,0-1,1 0,0 0,1 1,-1-9,3 4,0-1,1 1,0 0,1 0,0 0,1 0,0 0,17-32</inkml:trace>
  <inkml:trace contextRef="#ctx0" brushRef="#br0" timeOffset="752871.144">2599 841,'7'5,"15"15,-2 1,0 0,-1 1,-1 1,-1 1,-1 1,-1 0,3 9,-10-17,0 1,-2-1,0 2,-1-1,-1 0,0 1,-2 0,0 0,-1-1,-1 1,0 0,-2 0,-2 8,3-22,0 1,-1 0,0 0,-1-1,1 1,-1-1,0 0,0 0,-1 0,1 0,-1-1,0 1,-1-1,1 0,-1 0,1 0,-1-1,0 0,-1 0,1 0,0-1,-1 1,-5 1,0 0,-1-1,1 0,-1-1,1 0,-1 0,0-2,0 1,0-2,-9 0,14-1,0 1,0-1,0-1,1 1,-1-1,0-1,1 1,0-1,0 0,0 0,0-1,1 1,0-1,0-1,0 1,0-1,1 1,0-1,0-1,1 1,-1 0,2-1,-1 0,1 0,0 0,0 0,0 0,1 0,0 0,1 0,0-1,0 1,0-1,2-9,1 1,0-1,1 0,1 1,0 0,2 0,-1 0,2 1,3-4,16-30</inkml:trace>
  <inkml:trace contextRef="#ctx0" brushRef="#br0" timeOffset="753238.445">3409 891,'6'6,"12"14,-1 0,0 2,-2 0,-1 0,-1 1,0 1,-2 0,-1 1,4 13,-9-22,-1 0,-1 0,0 1,-1-1,-1 0,0 1,-2-1,0 1,0-1,-1 1,-2-1,1 0,-2 0,0 0,-1-1,0 1,1-6,-1 1,0-1,0 0,-1 0,0-1,-1 0,0 0,0-1,-1 0,0-1,-1 1,1-2,-2 1,1-2,0 1,-1-1,0-1,0 0,0 0,-1-1,1-1,-1 0,0 0,0-1,1-1,-1 0,0-1,-8-1,7 0,1-1,0-1,-1 0,2-1,-1 0,1-1,-1 0,2-1,-1 0,1 0,0-2,0 1,1-1,-7-9,10 11,0-1,1 1,0-1,0 0,1 0,0-1,1 1,0-1,0 0,1 0,0 0,0 0,1 0,1-1,-1 1,1 0,1 0,0-1,0 1,2-7,1 3,1 2,-1-1,2 0,-1 1,2 0,-1 0,2 1,-1 0,1 0,1 1,0 0,3-3,13-9,0 2,2 0,0 2,7-3,54-27</inkml:trace>
  <inkml:trace contextRef="#ctx0" brushRef="#br0" timeOffset="754807.478">6050 9411,'1'8,"31"183,23 95,-46-203,-3 1,-4 0,-6 39,-4 13,7 37,3-130</inkml:trace>
  <inkml:trace contextRef="#ctx0" brushRef="#br0" timeOffset="756778.087">4126 1035,'29'-1,"0"1,0 1,0 1,0 2,-1 1,17 5,-26-4,0 1,0 0,-1 1,0 1,0 1,-1 1,0 0,-1 1,0 1,4 4,-13-9,0 1,-1-1,0 1,0 0,0 0,-1 1,-1-1,0 1,0 0,-1 1,0-1,-1 1,0-1,0 1,-1-1,-1 1,0 0,0 0,-1-1,-1 1,0 0,0-1,-1 1,0-1,-1 0,0 0,0 0,-1-1,-1 0,1 0,-5 5,-2 1,0-1,-1 0,-1 0,0-2,-1 0,0 0,-1-2,0 0,-1 0,0-2,0 0,-1-1,0-1,0 0,-1-1,1-1,-1-1,0-1,0-1,0 0,0-1,-4-2,11 1,0 0,0-2,0 1,0-1,1-1,0 0,-10-5,16 7,1-1,-1 0,1 0,-1 0,1 0,0-1,0 1,1-1,-1 0,1 0,0-1,0 1,0-1,0 0,1 1,0-1,0 0,-1-4,1 0,1-1,0 1,0 0,1-1,0 1,1 0,0-1,1 1,0 0,0 0,1 0,2-5,52-101,-21 60,-2 7</inkml:trace>
  <inkml:trace contextRef="#ctx0" brushRef="#br0" timeOffset="757279.469">5174 1148,'5'5,"14"12,-1 1,-1 1,0 1,-2 0,0 1,-1 1,2 7,-11-20,0 1,-1-1,-1 1,0 0,0 1,0-1,-2 0,1 1,-1-1,-1 1,0-1,0 1,-1-1,-1 1,1-1,-2 1,1-1,-2 0,1 0,-1 0,-1 0,0 0,0 0,-1-1,0 0,0 0,-1-1,-1 0,1 0,-1 0,0-1,-1-1,0 1,0-1,0-1,-1 0,0 0,0 0,0-2,0 1,-1-1,1-1,-1 0,0 0,-9 0,11-3,1 1,-1-1,1 0,-1-1,1 0,0 0,0-1,0 0,0 0,0-1,1 0,-1 0,1-1,0 0,1 0,-1-1,1 0,0 0,0 0,-2-5,2 1,1 0,0-1,1 0,0 0,0 0,1 0,1-1,0 1,0-1,1 1,1-1,0 0,1 1,0-1,0 0,1 1,1-1,0 1,1 0,0 0,0 0,1 1,1-1,-1 1,2 0,0 0,26-36,0 7</inkml:trace>
  <inkml:trace contextRef="#ctx0" brushRef="#br0" timeOffset="759275.57">5890 1188,'47'17,"-37"-13,0 0,0 1,0 1,-1 0,0 0,0 1,0 0,-1 0,0 1,0 0,-1 0,0 1,-1 0,0 0,0 1,-1 0,0 0,-1 0,0 0,0 1,-1 0,-1-1,0 1,0 3,-2-1,-1-1,0 0,-1 1,-1-1,0 0,0 0,-1-1,-1 1,0-1,-1 0,0 0,0 0,-1-1,-1 0,1 0,-2-1,1 0,-1-1,-1 0,1 0,-1-1,-1 0,-5 3,4-5,1-1,-1 1,0-2,0 0,0 0,0-1,0-1,-1 0,1 0,0-2,-1 1,-1-2,8 2,0-1,0 0,0 0,0 0,0-1,0 0,0 0,1-1,-1 1,1-1,0 0,0-1,0 1,0-1,1 0,-1 0,1 0,0-1,0 0,0 0,1 0,0 0,0 0,0-1,1 1,0-1,0 0,0 1,0-5,0 0,2 1,-1 0,1 0,1 0,-1-1,2 1,-1 0,1 0,1 0,0 0,0 1,0-1,1 1,1-1,7-12,0 1,2 0,0 2,15-16,12-10</inkml:trace>
  <inkml:trace contextRef="#ctx0" brushRef="#br0" timeOffset="759749.653">6686 1114,'6'3,"6"4,-1 2,-1-1,0 1,0 1,0 0,-2 0,1 1,5 10,-4-9,-1 1,-1 0,0 0,-1 1,0 0,-1 0,-1 1,0 0,-1 0,0 0,-1 0,-1 1,-1-1,0 1,-1-1,0 1,-2-1,0 1,0-1,-2 0,1 0,-2 1,-2-2,0 0,-1-1,0 0,-1 0,-1-1,0 0,0 0,-1-2,-1 1,1-1,-2-1,0 0,0 0,0-2,-1 0,0 0,-7 1,4-1,1-2,-1 0,0-1,0-1,-1 0,1-2,-1 0,1 0,-1-2,1 0,0-1,-1-1,1 0,0-2,-7-2,16 4,1 1,0-1,0 0,0-1,0 1,0-1,1-1,-1 1,1-1,1 0,-1-1,1 1,-1-1,2 0,-1-1,1 1,0-1,0 0,0 0,1 0,1 0,-1-1,1 1,0-1,1 1,-1-1,2 0,-1 0,1 1,0-1,3-5,0 1,0 1,2-1,-1 0,1 1,1 0,0 0,1 1,0 0,0 0,1 0,1 1,-1 0,5-2,36-34</inkml:trace>
  <inkml:trace contextRef="#ctx0" brushRef="#br0" timeOffset="762289.182">6249 10396,'10'8,"-1"-1,0 0,1-1,1 0,-1 0,1-1,0 0,0-1,0-1,0 1,1-2,7 1,18 2,0-2,0-2,3-1,451-25,-40 27,-376 0,-66-3</inkml:trace>
  <inkml:trace contextRef="#ctx0" brushRef="#br0" timeOffset="764580.509">7554 800,'0'0,"0"0,0 0,0 0,0 0,0 0,1 9,13 133,-5 1,-7 0,-9 42,-3 144,10-244,0-74</inkml:trace>
  <inkml:trace contextRef="#ctx0" brushRef="#br0" timeOffset="766058.396">8722 1051,'2'6,"13"33,-2 0,-2 1,-1 0,-1 12,-6-37,-2-1,0 1,-1 0,0-1,-1 1,-1 0,0-1,-1 1,-1-1,0 0,-1 0,0 0,-6 10,-1-7,-1-1,0 0,0-1,-2 0,0-1,0-1,-2 0,1-1,-2-1,1-1,-1 0,-1-1,0-1,0-1,-1-1,0 0,6-2,0 0,0 0,0-2,-1 1,1-2,-1 0,0-1,1 0,-1-1,1-1,-1 0,1-1,0-1,0 0,0-1,0 0,-6-4,14 5,0 0,0-1,1 1,-1-1,1 0,0-1,1 1,-1-1,1 0,0 0,0 0,1-1,0 1,0-1,1 0,-1 0,1 0,1 0,0 0,0 0,0-3,0-7,1 0,1 1,0-1,1 0,1 1,0 0,2 0,5-14,-2 8,1 0,2 1,0 1,1 0,1 0,0 1,2 1,0 0,1 1,1 1,1 0,0 2,1 0,0 1,1 0,0 2,16-6,29-6,-6 8</inkml:trace>
  <inkml:trace contextRef="#ctx0" brushRef="#br0" timeOffset="767721.275">9120 737,'0'0,"0"1,-47 949,32-685,15-253,0-12,0 0,0 0,0 0,0 0,0 0,0 0,1 0,-1 0,0 0,0 0,0 0,0 0,0 0,0 0,0 0,0 0,0 0,1 0,-1 0,0 0,0 0,0 0,0 0,8-44,-4 13</inkml:trace>
  <inkml:trace contextRef="#ctx0" brushRef="#br0" timeOffset="768053.692">9474 762,'0'9,"9"738,-1-486,-5-148</inkml:trace>
  <inkml:trace contextRef="#ctx0" brushRef="#br0" timeOffset="768855.57">9139 10789,'2'-5,"5"-10,0 0,-2 1,0-2,-1 1,0-1,-1 1,-1-1,0 0,-1 0,-1 0,0 0,-2 0,1 0,-2 0,-4-13,3 20,1 0,-2 0,0 0,0 1,0 0,-1 0,0 1,-1 0,1 0,-1 0,-1 1,1 0,-1 0,0 1,-11-3,18 8,1 0,0 0,0 0,0 0,-1 0,1 0,0 0,0-1,-1 1,1 0,0 0,0 0,-1 0,1 0,0 0,0 0,-1 0,1 0,0 0,0 1,-1-1,1 0,0 0,0 0,-1 0,1 0,0 0,0 0,0 1,-1-1,1 0,0 0,0 0,0 0,-1 1,1-1,0 0,0 0,0 1,0-1,0 0,0 0,0 0,0 1,-1-1,1 0,0 0,0 1,0-1,0 0,0 0,0 1,0-1,0 0,0 0,1 1,-1-1,0 0,0 0,0 1,0-1,0 0,0 0,0 1,1-1,-1 0,0 0,0 0,0 0,1 1,1 9,-17-24,9 11</inkml:trace>
  <inkml:trace contextRef="#ctx0" brushRef="#br0" timeOffset="770332.486">10218 1001,'0'0,"1"0,12-1,0 1,0 0,0 2,0-1,1 2,-2-1,1 2,0 0,-1 0,0 1,0 1,0 0,0 0,-1 2,0-1,3 4,-3 0,0 1,-1 0,0 0,-1 1,0 1,-1-1,-1 1,0 1,-1-1,0 1,-1 0,2 12,-2-2,-1 0,0 0,-2 0,-2 0,0 1,-1-1,-4 16,2-19,-1-1,-1 0,0 0,-2-1,-1 0,0 0,-1 0,-2-1,-6 9,11-20,0-1,0-1,-1 1,1-1,-1 0,-1 0,1-1,-1 0,0-1,-1 0,1 0,0 0,-1-1,0 0,0-1,0 0,0 0,-3-1,-4 1,0 0,-1-1,1-1,0 0,-1-1,1-1,0-1,-15-4,24 5,-1 0,2-1,-1 0,0 0,1 0,-1-1,1 0,0-1,0 1,1-1,-1 0,1-1,0 1,1-1,-1 0,1 0,0 0,1-1,-1 1,-1-7,2 4,1 1,0-1,1 0,0 0,0 0,1 0,0 1,0-1,1 0,0 0,1 0,0 1,1-1,-1 0,2 1,-1 0,1 0,0 0,9-15,0 1,2 1,0 0,2 1,11-11,22-19,-4 7</inkml:trace>
  <inkml:trace contextRef="#ctx0" brushRef="#br0" timeOffset="770957.363">10929 854,'0'8,"0"89,-19 679,12-710,-2-1,-8 22,15-81,1-3,0 0,0 0,0 0,1 0,-1 0,1 0,0 0,0 0,0 0,0 0,0 0,1 0,-1 0,1-1,0 1,1 2,-2-5,0 0,1 0,-1 0,1 1,-1-1,1 0,-1 0,1 0,-1 0,1 0,-1 0,1 0,-1 0,1 0,-1-1,1 1,-1 0,1 0,-1 0,0 0,1-1,-1 1,1 0,-1 0,0-1,1 1,-1 0,0-1,1 1,-1 0,0-1,1 1,-1-1,0 1,1-1,7-10</inkml:trace>
  <inkml:trace contextRef="#ctx0" brushRef="#br0" timeOffset="771332.565">11351 913,'0'0,"0"0,0 1,-22 259,-13 6,-16 106,50-364,0 3,-1 0,1 0,1 1,0-1,0 0,1 0,1 0,0 0,0 0,3 7,-4-17,-1 0,0-1,1 1,-1 0,1 0,-1-1,1 1,-1 0,1-1,-1 1,1-1,0 1,-1-1,1 1,0-1,-1 1,1-1,0 1,0-1,-1 0,1 1,0-1,0 0,0 0,0 0,-1 0,1 0,0 0,0 0,11-2</inkml:trace>
  <inkml:trace contextRef="#ctx0" brushRef="#br0" timeOffset="771788.373">11765 1001,'0'0,"1"0,22 25,-1 0,-2 1,0 1,-2 1,-1 1,-1 0,-1 1,-2 1,8 30,-14-40,-1 1,-1 1,-2-1,0 1,-1-1,-1 1,-1 0,-1 0,-1-1,-1 1,-1-1,-1 0,-2 0,-7 21,6-26,-1 0,0 0,-1-1,-1-1,0 1,-1-2,-1 1,0-2,-1 0,-1-1,0 0,0-1,-1 0,0-2,-1 0,0 0,-1-2,0 0,0-1,0-1,-1-1,1 0,-1-2,0 0,0-1,0-1,-5-1,19 1,0-1,0 0,0 0,1 0,-1-1,0 0,1 1,-1-2,1 1,0 0,-1-1,1 0,1 0,-1 0,0-1,1 1,-1-1,1 0,0 0,1 0,-1 0,0 0,1-1,0 1,0-1,1 1,-1-1,1 0,0 0,0 0,0-2,1-7,-1 0,2 0,0 0,0 0,2 0,-1 0,2 0,0 0,0 1,2 0,6-13,5-6,1 0,2 2,1 0,2 0,25-28</inkml:trace>
  <inkml:trace contextRef="#ctx0" brushRef="#br0" timeOffset="772834.288">7160 514,'26'8,"70"15,-85-23,-3 0</inkml:trace>
  <inkml:trace contextRef="#ctx0" brushRef="#br0" timeOffset="775494.492">7078 866,'-130'0,"165"-12,178-53,-115 40,1 4,50-3,446-48,-2-11,313 4,-468 74,57 21,-244 0,0 11,139 38,-321-51,-1 4,-1 2,-1 4,41 20,-72-27,0 1,-1 1,-1 2,0 1,27 26,-48-35,-1 0,0 0,-1 1,-1 0,0 1,-1 0,0 1,-1 0,-1 0,-1 0,2 9,1 8,-2 0,-1 0,-2 0,-2 0,-1 16,-5 13,-2-1,-3 0,-3-1,-3 0,-2-1,-2 0,-7 6,2-5,-2-1,-3-1,-3-2,-2-1,-2-2,-3-2,-1-1,-46 40,42-50,-3-2,-1-3,-2-2,0-2,-3-2,-39 15,-11-3,-2-4,-1-5,-21 0,-11-4,-1-7,0-5,-107-4,-424-32,-117-47,745 63,-93-7,0-5,1-6,2-7,-41-17,103 22,1-3,1-4,2-2,2-3,1-3,2-3,1-3,3-2,2-2,2-3,-17-24,44 42,2 0,1-2,2 0,1-2,2 0,2-1,2-1,1 0,-1-13,0-3,2 0,3 0,2-1,3 0,2 0,3-1,3 1,3-18,-1 43,1 1,1 0,2 0,1 0,2 1,12-24,-14 36</inkml:trace>
  <inkml:trace contextRef="#ctx0" brushRef="#br0" timeOffset="806355.358">6972 2057,'7'3,"84"30,1-4,1-5,1-3,1-4,24-3,394 24,-51-7,429 91,-479-60,627 61,-920-114,0-5,0-6,0-4,110-22,-173 18,-1-2,0-3,-1-2,-1-3,-1-2,0-2,-2-2,-1-3,-2-2,-1-1,19-19,-19 8,-2-1,-1-3,-3-1,-2-2,-2-1,-3-2,-1-2,-3 0,17-51,-32 72,-2 1,-1-2,-2 0,-2 0,-1-1,-1 1,-2-1,-2 0,-1-1,-2 1,-1 1,-2-1,-2 0,-1 1,-6-14,-3 6,-2 1,-1 1,-3 1,-1 0,-2 2,-1 1,-33-33,11 19,-2 1,-3 3,-1 3,-54-32,24 24,-2 4,-2 4,-1 4,-86-25,-18 7,-180-28,134 41,-2 11,-1 10,-1 11,-1 10,1 11,-104 22,148 0,1 8,2 8,-149 59,208-54,2 5,3 7,3 5,3 7,-64 50,128-80,2 2,3 3,2 3,2 2,2 2,-30 46,72-90,0 0,1 1,0 0,1 1,1 0,0 0,1 0,1 1,0 0,2 0,-1 0,2 1,0-1,1 1,1-1,0 1,1-1,2 5,13 29</inkml:trace>
  <inkml:trace contextRef="#ctx0" brushRef="#br0" timeOffset="808433.559">10032 2453,'0'0,"0"1,-1 12,-6 88,4 75,11-59,5 0,24 96,-36-208,6 21,-1 0,-1 0,-2 1,-1 0,0-1,-2 1,-2 0,-2 15,-7 1</inkml:trace>
  <inkml:trace contextRef="#ctx0" brushRef="#br0" timeOffset="809059.833">8444 3586,'2'8,"11"67,4-1,3-1,3 0,3-2,4-1,30 52,-57-115,2-1,-1 1,1-1,0 1,0-1,0-1,1 1,0-1,1 1,-5-5,0 1,1-1,-1 1,1-1,-1 0,1 0,0 0,-1-1,1 1,0 0,-1-1,1 0,0 0,0 0,-1 0,1 0,0 0,0-1,-1 1,1-1,0 0,-1 0,1 0,-1 0,1 0,1-1,5-6,-1 0,0 0,0 0,-1-1,0 0,0-1,-1 0,-1 0,0 0,0 0,-1-1,0 0,2-10,20-72,-26 92,0 0,0 1,0-1,0 1,0-1,0 1,0-1,0 1,0-1,0 0,0 1,0-1,0 1,1-1,-1 1,0-1,0 1,1-1,-1 1,0-1,1 1,-1-1,1 1,-1 0,0-1,1 1,-1 0,1-1,-1 1,1 0,-1-1,1 1,-1 0,1 0,-1 0,1 0,0-1,-1 1,1 0,-1 0,1 0,-1 0,1 0,0 0,-1 0,1 1,-1-1,1 0,-1 0,1 0,0 1,13 51,20 283,-10-247,-19-77</inkml:trace>
  <inkml:trace contextRef="#ctx0" brushRef="#br0" timeOffset="809388.905">9177 4141,'0'4,"1"28,-1 1,-2 0,-1-1,-1 1,-2-1,-1 0,-3 5,4-24,15-34,5-1,0 1,2 0,0 1,1 1,1 1,1 0,1 1,0 1,1 1,15-8,-31 19,0 1,0-1,0 1,0 1,1-1,-1 1,1 0,-1 0,1 0,0 1,0 0,0 0,0 0,0 1,0 0,0 0,-1 1,1 0,0 0,0 0,0 0,-1 1,2 1,-2 1,-1 0,1 0,-1 1,0 0,-1 0,1 0,-1 0,0 1,0-1,-1 1,1-1,-1 1,-1 0,1 0,-1 0,0 0,0 1,-1 4,1 12</inkml:trace>
  <inkml:trace contextRef="#ctx0" brushRef="#br0" timeOffset="809763.577">9751 4314,'2'8,"-1"-4,35 146,-34-138,-1 1,0-1,-1 0,0 0,-1 0,-1 1,0-1,0 0,-1-1,-1 1,-2 6,4-14,0 1,1-1,-1 0,-1 0,1 0,-1 0,1-1,-1 1,0-1,0 1,-1-1,1 0,-1 0,1 0,-1-1,0 0,0 1,0-1,-1 0,1-1,0 1,-1-1,1 0,-1 0,1 0,-1-1,3 0,1-1,-1 1,1-1,-1 1,1-1,0 0,-1 1,1-1,0 0,0 0,0 0,-1 0,1 0,0 0,0 0,1 0,-1-1,0 1,0 0,0-1,1 1,-1 0,1-1,-1 1,1-1,0 1,-1-1,1 1,0-1,0 0,2-50,-1 48,27-150,-20 111</inkml:trace>
  <inkml:trace contextRef="#ctx0" brushRef="#br0" timeOffset="810124.377">8539 2610,'0'0,"0"0,0 0,0 0,0 0,0 0,1 6,5 12,2 3</inkml:trace>
  <inkml:trace contextRef="#ctx0" brushRef="#br0" timeOffset="819605.447">7360 1704,'-74'0,"68"1,1 9,11-15,-3 10,-2-6,-1 1,0 0,0 0,0 0,0 0,0 0,0 0,0 0,0 0,0 0,1-1,-1 1,0 0,0 0,0 0,0 0,0 0,0 0,1 0,-1 0,0 0,0 0,0 0,0 0,0 0,0 0,1 0,-1 0,0 0,0 0,0 0,0 0,0 1,0-1,1 0,-1 0,0 0,0 0,0 0,0 0,0 0,0 0,0 0,0 0,0 1,1-1,-1 0,0 0,0 0,0 0,0 0,0 0,0 1,0-1,0 0,0 0,0 0,0 0,0 0,0 0,0 1,0-1,0 0,0 0,0 1,0-1,0 0,0 0,0 1,1-1,-1 0,0 0,0 0,0 1,0-1,1 0,-1 0,0 0,0 1,0-1,1 0,-1 0,0 0,0 0,0 0,1 0,-1 1,0-1,0 0,1 0,-1 0,0 0,1 0,-1 0,0 0,0 0,1 0,-1 0,0 0,0 0,1-1,-1 1,0 0,0 0,1 0,-1 0,0 0,0 0,0 0,1-1,-1 1,0 0,0 0,0 0,1-1,-1 1,0 0,0 0,0 0,0-1,1 2,-1-1,1 0,-1 0,1 1,-1-1,1 0,-1 0,1 0,0 0,-1 0,1 0,-1 0,1 0,0 0,-1 0,1 0,-1 0,1 0,-1 0,1 0,-1-1,1 1,-1 0,1 0,-1-1,1 1,-1 0,1-1,-1 1,1 0,-1-1,0 1,1-1,-1 1,1-1,0 0,3-5,-4 5,0 1,0-1,0 1,0 0,0-1,0 1,0-1,0 1,-1 0,1-1,0 1,0-1,0 1,-1 0,1-1,0 1,0 0,-1-1,1 1,0 0,-1-1,1 1,0 0,-1 0,1-1,0 1,-1 0,1 0,0 0,-1 0,1-1,-1 1,1 0,-1 0,1 0,0 0,-1 0,1 0,-1 0,1 0,-1 0,1 0,0 0,0 15,22-13,-21-2,3-1,-1 5,-6-4,0 0,0 0,1 0,-1 0,0 0,0 0,0 1,1-1,-1 1,0 0,1 0,-1 0,-2 1,34-30,-16 12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30T10:18:07.845"/>
    </inkml:context>
    <inkml:brush xml:id="br0">
      <inkml:brushProperty name="width" value="0.05" units="cm"/>
      <inkml:brushProperty name="height" value="0.05" units="cm"/>
      <inkml:brushProperty name="ignorePressure" value="1"/>
    </inkml:brush>
  </inkml:definitions>
  <inkml:trace contextRef="#ctx0" brushRef="#br0">3420 11484,'54'7,"201"16,0-11,48-13,571-38,51-1,-48 41,-810 0,-37-2</inkml:trace>
  <inkml:trace contextRef="#ctx0" brushRef="#br0" timeOffset="39518.473">4900 11917,'0'0,"-569"3,451 7,115-9,0 1,1-1,-1 1,0 0,1 0,0 0,-1 0,1 1,0-1,0 1,0-1,1 1,-1-1,1 1,-1 0,1 0,0 0,0 0,0 0,0 0,1 0,-1 0,1 0,0 0,0 1,0-1,0 0,1 0,-1 0,1 0,0 1,-1-1,15 247,-7 109,-28 212,16-477,4-93,0 0,0 0,0 0,-1-1,1 1,0 0,0 0,0 0,-1 0,1 0,-1-1,1 1,0 0,-1 0,1-1,-1 1,0 0,1-1,-1 1,1 0,-1-1,0 1,0-1,1 1,-1-1,0 1,0-1,0 0,1 1,-1-1,0 0,0 0,0 0,0 0,0 0,0 1,0-2,1 1,-1 0,0 0,0 0,0 0,0 0,0-1,1 1,-1 0,0-1,0 1,0-1,1 1,-1-1,0 1,0-1,1 1,-1-1,-42-40,21 16</inkml:trace>
  <inkml:trace contextRef="#ctx0" brushRef="#br0" timeOffset="39770.981">3612 12754,'0'0,"0"0,0 0,0 0,7 0,14 0,19 0,21 0,22 0,21 0,18 0,13 0,7-4,4-5,0-8,-3-12,-10-9,-28 2</inkml:trace>
  <inkml:trace contextRef="#ctx0" brushRef="#br0" timeOffset="45041.373">5981 11747,'-7'1,"-29"2,0 3,1 0,0 3,0 1,0 1,2 2,-30 16,21-8,1 3,0 1,2 2,1 1,1 3,2 0,1 3,1 1,3 1,0 1,3 2,1 1,1 1,3 1,-9 26,21-45,1 0,1 1,1 0,1 0,1 1,2 0,0 0,2 0,0 0,2 0,1 0,1 0,1-1,1 1,1-1,1 0,1 0,1-1,5 8,5-2,0-1,2 0,1-2,1 0,1-2,1-1,2 0,0-2,1-1,1-2,1 0,0-2,1-2,1 0,0-2,1-2,0-1,6 0,-10-3,1-1,0-1,0-2,-1-1,1-1,0-2,0-1,0-1,12-4,14-8</inkml:trace>
  <inkml:trace contextRef="#ctx0" brushRef="#br0" timeOffset="47844.927">6188 12146,'16'-15,"1"1,1 1,0 0,19-9,-6 6,1 1,0 2,0 1,1 1,1 2,0 1,0 2,0 2,9 0,10 1,0 3,-1 2,1 3,-1 2,39 10,-47-7,-1 3,-1 1,0 1,18 12,-41-17,0 0,-1 1,0 1,-1 0,0 1,-1 1,-1 1,0 1,-1 0,5 8,-12-14,-1 1,0 0,-1 0,0 0,0 1,-1 0,-1 0,0 0,-1 0,0 0,-1 1,0-1,-1 1,0-1,-1 0,-1 1,0-1,0 0,-4 9,-4 7,-2 0,-1-1,-2-1,0 0,-1-1,-2 0,0-1,-2-2,-1 0,0-1,-2-1,0 0,-1-2,-6 2,0 0,-1-1,-1-2,0-1,-1-1,-1-2,0-1,0-2,-1-2,-5 0,17-4,1-1,0-2,-1 0,1-1,-1-1,1-2,0 0,0-1,0-1,0-1,1-1,0-1,0-1,1-1,-3-2,8 3,2-1,0 0,0 0,0-1,2-1,-1 0,2-1,-1 0,2 0,0-1,0-1,1 1,1-1,1-1,0 1,1-1,1 0,0 0,0-3,2-7,0 0,1 0,2 0,1 0,0 0,2 0,2 1,0-1,1 1,2 0,3-6,14-28,3 1,2 1,36-48,34-37</inkml:trace>
  <inkml:trace contextRef="#ctx0" brushRef="#br0" timeOffset="49117.27">8294 11635,'-1'8,"-36"557,25-387,-33 335,44-503,-4 31,-2 0,-1 0,-8 19,5-31</inkml:trace>
  <inkml:trace contextRef="#ctx0" brushRef="#br0" timeOffset="49417.917">8417 11446,'0'0,"-3"2,-10 8,-13 14,-13 15,-14 18,-18 23,-21 30,-21 28,-11 21,2 3,21-25</inkml:trace>
  <inkml:trace contextRef="#ctx0" brushRef="#br0" timeOffset="49750.659">7970 13212,'10'0,"17"0,16 1,18 1,17 3,20 0,16 2,10 1,3-1,-4-1,-14-1,-25-2</inkml:trace>
  <inkml:trace contextRef="#ctx0" brushRef="#br0" timeOffset="-45207.601">22681 9446,'12'0,"0"-1,0 0,0 0,0-1,0-1,0 0,0 0,8-5,34-18,-1-2,32-25,-12 9,213-115,-268 151,0 1,0 0,1 2,0 0,4 0,15-1</inkml:trace>
  <inkml:trace contextRef="#ctx0" brushRef="#br0" timeOffset="-44877.016">22198 7024,'0'13,"0"-12,0 1,0-1,0 0,0 0,0 0,1 0,-1 0,0 1,1-1,-1 0,1 0,-1 0,1 0,-1 0,1 0,0 0,0 0,-1-1,1 1,0 0,0 0,0 0,0-1,0 1,0-1,0 1,0-1,0 1,0-1,0 1,0-1,2 0,41 2,-37-3,62-7,-1-4,-1-3,0-2,-1-4,-1-2,21-13,358-158,-443 193,55-18,-54 18,0 1,0-1,0 1,0 0,0 0,0 0,0 0,0 0,0 1,0-1,0 0,0 1,-1 0,1-1,0 1,0 0,0 0,-1 0,1 0,-1 0,1 0,-1 1,1-1,-1 0,1 1,-1-1,0 1,0 0,2 5,0 0,-1 0,0 1,0-1,-1 1,0-1,0 1,-1-1,0 1,0 0,-1-1,-1 8,1-10,-36 240,22-155,-127 1020,104-418,39-664,-1-25,-1-16,1 11,-6-60,1 24</inkml:trace>
  <inkml:trace contextRef="#ctx0" brushRef="#br0" timeOffset="-44546.12">22575 7981,'8'0,"61"-6,0-2,22-7,-85 14,572-113,-263 74,45 10,-287 26</inkml:trace>
  <inkml:trace contextRef="#ctx0" brushRef="#br0" timeOffset="-88520.834">21750 4909,'8'-4,"14"-10,1 0,0 2,1 1,0 1,1 0,0 2,1 1,0 2,0 0,0 1,0 2,1 1,17 1,-20 3,-1 2,1 0,-1 1,-1 2,1 0,-1 1,-1 1,1 2,-2 0,0 1,0 0,-1 2,-1 1,15 16,-19-18,0 2,-2-1,0 1,0 1,-2 0,0 1,-1 0,-1 0,-1 1,0 0,-2 1,0-1,-1 1,-1 0,0 0,-2 0,-1 18,-2-15,-1 0,-2 0,0 0,-1-1,-2 0,0 0,-1-1,-1 0,-1-1,-11 15,0-2,-2-2,-1-1,-1-1,-2-1,-30 24,32-31,-1 0,0-2,-2-1,0-1,-1-2,0-1,-1-1,-1-2,0-1,0-1,-28 3,46-10,0-1,1-1,-1 1,0-2,1 0,-1-1,0 0,1-1,0-1,0 0,0 0,0-2,0 1,1-2,0 0,1 0,-1-1,1 0,1-1,0 0,-4-5,3 0,0 0,2-1,-1 0,2-1,0 0,1 0,0-1,2 0,0 0,0 0,2-1,0 1,0-11,2-4,0 0,2 0,2 1,1-1,1 1,1 0,4-6,2-2,3 0,0 2,3 0,1 0,1 2,3 0,0 2,2 1,2 0,0 2,2 1,2 2,0 1,2 1,7-3,47-25</inkml:trace>
  <inkml:trace contextRef="#ctx0" brushRef="#br0" timeOffset="-87021.779">23304 4496,'0'6,"19"336,-22-86,-11 0,-20 62,2-9,36-254,-4-55,0 1,0-1,0 1,1-1,-1 1,0-1,1 1,-1-1,0 1,1-1,-1 0,1 1,-1-1,0 0,1 1,-1-1,1 0,-1 0,1 1,-1-1,1 0,-1 0,1 0,0 0,-1 1,1-1,-1 0,1 0,-1 0,1 0,-1 0,1-1,0 1,-1 0,1 0,-1 0,1 0,-1-1,1 1,-1 0,1 0,-1-1,0 1,1 0,-1-1,1 1,12-10</inkml:trace>
  <inkml:trace contextRef="#ctx0" brushRef="#br0" timeOffset="-86692.955">23894 4508,'-17'873,"16"-827,-3 43,5-1,4 1,4 6,-8-82,2 0,-1-1,2 1,-1 0,2-1,0 0,2 4,-6-14,0-1,-1 0,1 1,0-1,0 0,0 0,0 0,0 1,0-1,0 0,0 0,1-1,-1 1,0 0,0 0,1-1,-1 1,1 0,-1-1,0 1,1-1,-1 0,1 0,-1 1,1-1,0 0,-1 0,1 0,-1-1,1 1,-1 0,1 0,-1-1,0 1,1-1,-1 0,1 1,-1-1,0 0,1 0,-1 0,0 1,0-1,0-1,0 1,0 0,0 0,0 0,0 0,0-1,0 0,19-23</inkml:trace>
  <inkml:trace contextRef="#ctx0" brushRef="#br0" timeOffset="-86393.093">24664 4394,'0'0,"0"0,0 6,0 13,-1 21,0 21,-2 26,-1 29,1 28,4 29,10 39,15 45,10 16,0-39</inkml:trace>
  <inkml:trace contextRef="#ctx0" brushRef="#br0" timeOffset="-220547.709">7156 2039,'186'10,"335"2,84-26,741-4,-1262 18,659-11,-693 10,-1 3,1 2,-1 1,16 7,-7 1,-43-9</inkml:trace>
  <inkml:trace contextRef="#ctx0" brushRef="#br0" timeOffset="-214069.706">3950 1913,'19'18,"-5"-7,0 0,0-1,0 0,1-1,1-1,0-1,0 0,0-1,1 0,16 2,32 0,1-2,26-4,-56-1,268-7,-158 1,176 0,259 32,-25 28,-414-44,2-6,54-8,-150-1,0-3,-1-1,7-4,-38 8,-1-1,0 0,0-1,-1-1,0 0,0-1,0 0,-1-1,-1-1,1 0,-1-1,-1 0,0-1,8-11,-10 9,0-1,0 0,-2-1,0 0,-1 0,0-1,-1 1,-1-1,-1 0,1-16,-1-4,-2 0,-2 0,-1 0,-5-23,4 33,-1 0,-1 1,-1 0,-2 0,-1 0,0 1,-2 0,-1 1,-1 0,-1 1,-1 0,-1 1,-9-7,3 6,-2 2,0 1,-2 1,0 1,-1 1,0 2,-4-1,-32-12,-1 2,-50-12,-7 5,-1 5,-1 6,-95-4,-379 2,408 21,0 8,0 8,1 9,-57 18,171-24,1 4,0 3,1 2,2 4,1 3,1 3,2 3,2 3,-32 27,74-49,1 0,1 2,0 0,2 1,1 1,-13 21,24-34,1 1,1 0,0 0,0 0,1 1,0-1,1 1,0-1,1 1,1 0,0 0,0 0,1-1,1 1,0 0,0-1,1 1,1-1,0 0,0 0,1 0,0-1,1 0,2 2,2 6,2 0,0-1,1-1,1 0,0-1,1 0,1-2,0 1,1-2,0 0,1-1,0-1,1-1,15 6,1-4,0-1,0-2,1-1,0-2,5-1,16-1</inkml:trace>
  <inkml:trace contextRef="#ctx0" brushRef="#br0" timeOffset="-211136.894">8375 565,'0'0,"0"0,0 0,-1-1,-200-48,114 29,-1 3,-68-3,143 19,-1 1,1 1,-1 0,1 1,0 1,0 0,0 1,0 0,0 1,1 0,0 1,0 0,-9 7,-4 5,1 0,0 2,2 1,1 0,-11 14,-9 17,2 1,3 2,-19 38,25-35,3 2,3 1,2 1,3 1,2 6,-4 7,3 1,4 1,4 0,2 0,4 9,5-65,1-1,0 1,2-1,0 0,2 0,0 0,1-1,1 0,1 0,1-1,0 0,2-1,0 0,1-1,1 0,0-1,1-1,12 10,31 17,2-3,1-2,2-3,1-2,1-3,2-4,62 16,67 11,2-9,1-9,121 3,-39-21,0-12,1-12,26-16,-164 13,-1-7,0-6,-2-6,-2-6,-1-7,29-17,-117 38,-1-2,-1-2,-1-2,20-17,-51 32,-1-1,-1 0,0 0,-1-2,0 1,-1-2,-1 0,-1 0,0-1,-1 0,-1 0,-1-1,-1-1,0 1,-2-1,0 1,-1-1,-1-1,-1 1,0 0,-2 0,-1-7,-3-10,-1 0,-2 0,-2 1,-1 0,-1 0,-3 2,0 0,-3 0,-6-8,-13-16,-3 2,-2 2,-2 1,-35-30,-7 3,-3 5,-4 3,-2 5,-4 3,-2 5,-2 5,-3 4,-27-5,13 10,-2 5,-2 6,-1 5,-121-11,112 24,-2 7,1 5,-1 6,1 6,0 6,0 6,2 6,1 5,-86 35,215-65,-33 12,0 1,1 2,-13 9,11 6,30-18</inkml:trace>
  <inkml:trace contextRef="#ctx0" brushRef="#br0" timeOffset="-200837.248">15464 166,'0'7,"0"819,8-611,-8-209,0 0,1 0,-1 0,1-1,1 1,-1-1,1 1,0-1,0 1,0-1,1 0,0 0,0 0,0 0,1-1,0 1,3 2,10 2</inkml:trace>
  <inkml:trace contextRef="#ctx0" brushRef="#br0" timeOffset="-200272.74">16280 273,'-6'65,"6"-63,-10 134,6 27,5-121,1 1,3-1,1 1,2-1,2-1,2 1,-5-21,1-1,1 0,1 0,6 9,-12-22,1-1,0 1,0-1,0 0,1 0,0 0,0-1,0 0,1 0,-1 0,1-1,1 0,3 1,-7-3,0-1,0 0,1 0,-1 0,0-1,1 0,-1 1,1-2,-1 1,0 0,1-1,-1 0,0 0,1 0,-1 0,0-1,0 0,0 1,3-4,4-1,-1-1,0-1,-1 0,0 0,0-1,4-6,35-45,-4-2,-2-2,-3-1,-3-2,-2-2,3-19,8-29,-45 116,0 1,0-1,0 1,0-1,0 1,0-1,0 1,1-1,-1 1,0-1,0 1,0-1,0 1,1 0,-1-1,0 1,1-1,-1 1,0 0,1-1,-1 1,0 0,1-1,-1 1,0 0,1-1,-1 1,1 0,-1 0,1 0,-1-1,1 1,-1 0,1 0,-1 0,1 0,-1 0,1 0,-1 0,1 0,-1 0,1 0,-1 0,1 0,-1 0,1 1,12 41,31 240,32 236,-64-407</inkml:trace>
  <inkml:trace contextRef="#ctx0" brushRef="#br0" timeOffset="-198625.472">17623 614,'0'0,"0"7,0 15,-2 21,-1 23,0 30,-1 25,2 20,6 5,3-22</inkml:trace>
  <inkml:trace contextRef="#ctx0" brushRef="#br0" timeOffset="-197260.178">18965 643,'8'-2,"57"-20,-21 7,0 1,1 3,21-3,-44 12,1 0,-1 1,1 2,-1 0,1 1,-1 1,1 1,-1 1,11 5,-19-5,0 1,0 0,-1 0,0 1,0 1,-1 1,0-1,0 2,-1 0,0 0,-1 1,0 0,-1 1,8 11,-12-15,-1 1,0 0,0-1,0 1,-1 0,-1 1,0-1,0 0,-1 1,0-1,0 1,-1 0,0-1,-1 1,0-1,-1 1,0-1,0 0,-1 1,0-1,-1-1,0 1,0 0,-4 5,-6 5,-1-1,-1-1,0-1,-1 0,-1 0,0-2,-1-1,-1 0,0-1,0-1,-1-1,-1-1,1-1,-2-1,1 0,-12 0,14-1,-1-1,0-1,0-1,0-1,0-1,0 0,0-2,0 0,-1-2,1 0,1-2,-1 0,1-1,0-1,0-1,0-1,12 5,1-2,0 1,0-1,0 0,1-1,0 1,0-1,0 0,1-1,0 0,1 1,0-1,0-1,1 1,-1-1,2 1,-1-1,1 0,1 0,0 0,0 0,1 0,0 0,0 0,1 0,0-1,4-11,1 1,0 1,2-1,0 1,1 1,1 0,0 0,2 1,0 0,1 1,0 0,1 1,1 0,13-9,32-27</inkml:trace>
  <inkml:trace contextRef="#ctx0" brushRef="#br0" timeOffset="-196729.743">20570 580,'119'35,"-75"-22,-1 2,-1 2,-1 2,0 1,-1 2,-2 2,0 2,-2 1,12 13,-39-32,0 2,-1 0,0 0,0 0,-1 1,0 0,-1 0,2 7,-6-12,0 0,0 0,0 0,-1 0,0 0,0 1,-1-1,1 0,-1 0,-1 1,1-1,-1 0,0 0,-1 1,0-1,0 0,0 0,-1 1,-2 3,-1-1,0 0,-1 1,0-2,0 1,-1-1,0 0,0-1,-1 0,0 0,0-1,-7 3,-6 3,-1-1,-1 0,1-2,-1-1,-3-1,-4 2,-1-2,0-2,-1-1,1-1,-1-2,1-1,-1-1,1-2,-1-2,1 0,0-3,1 0,0-2,0-1,1-2,-3-3,17 8,2-1,0-1,0-1,0 0,1 0,1-1,0-1,1 0,-7-10,13 14,-1 0,1 0,1 0,0 0,0-1,0 1,2-1,-1 0,1 0,0 0,1-1,1 1,-1 0,1 0,1-1,1-7,3 2,0 0,0 0,1 1,1 0,1 1,0-1,1 2,0-1,1 1,1 0,0 1,1 0,4-2,40-37</inkml:trace>
  <inkml:trace contextRef="#ctx0" brushRef="#br0" timeOffset="-195931.711">21953 191,'0'0,"0"0,0 2,-22 1059,10-866,17-162,-5-33,0 1,0-1,0 1,1-1,-1 1,0 0,0-1,1 1,-1-1,0 0,1 1,-1-1,0 1,1-1,-1 1,1-1,-1 0,1 1,-1-1,1 0,-1 0,1 1,-1-1,1 0,-1 0,1 0,-1 1,1-1,-1 0,1 0,0 0,-1 0,1 0,-1 0,1 0,-1-1,1 1,0 0,-1 0,1 0,-1 0,1-1,-1 1,1 0,-1-1,1 1,-1 0,1-1,-1 1,0 0,1-1,-1 1,0-1,17-16,0-4</inkml:trace>
  <inkml:trace contextRef="#ctx0" brushRef="#br0" timeOffset="-195599.412">22546 326,'0'0,"0"1,0 122,0 171,18 59,-14-306,2-1,2 0,2-1,12 34,-19-70,0 0,1 0,0 0,0-1,1 0,0 0,1 0,-1-1,7 6,-11-11,1 0,0-1,-1 0,1 1,0-1,0 0,0 0,0 0,1 0,-1 0,0 0,0-1,0 1,1-1,-1 0,0 1,1-1,-1 0,0 0,1 0,-1-1,0 1,0-1,1 1,-1-1,0 0,0 0,0 0,0 0,2-1,3-3,0 0,-1 0,1-1,-1 0,-1 0,1 0,3-5,19-29</inkml:trace>
  <inkml:trace contextRef="#ctx0" brushRef="#br0" timeOffset="-195302.175">23245 335,'0'0,"0"0,0 0,0 0,0 0,0 8,0 17,0 22,0 21,0 24,1 24,2 23,2 18,3 8,0-5,-1-29</inkml:trace>
  <inkml:trace contextRef="#ctx0" brushRef="#br0" timeOffset="-194318.81">14864 1540,'434'104,"-297"-78,373 45,205-8,1075-20,-307-50,568 3,-1774 9,-34 1,-34 3,-34 2,-31 0,110 14,-215-22</inkml:trace>
  <inkml:trace contextRef="#ctx0" brushRef="#br0" timeOffset="-193891.527">24003 518,'0'0,"0"0,5 0,13 0,21 0,22 0,27 0,25 1,21 2,14 2,6 3,-2 4,-11 4,-31 0,-28 0,-30-2,-23-4</inkml:trace>
  <inkml:trace contextRef="#ctx0" brushRef="#br0" timeOffset="-193560.294">23969 978,'0'0,"0"0,6 0,16 0,20 0,24-2,26-1,25-1,21 0,13-3,4-4,-7-8,-17-10,-25-6,-31 3</inkml:trace>
  <inkml:trace contextRef="#ctx0" brushRef="#br0" timeOffset="-193324.889">25197 0,'0'0,"0"0,-1 5,-6 14,-8 16,-9 18,-10 25,-14 30,-13 31,-13 34,-9 31,-8 28,-2 17,5-6,19-44</inkml:trace>
  <inkml:trace contextRef="#ctx0" brushRef="#br0" timeOffset="-192522.428">26168 175,'-4'13,"0"0,-2 0,1 0,-2-1,0 0,0 0,-4 5,-62 96,-6-3,-73 77,86-108,65-77,-39 56,39-56,0 0,0 1,0-1,0 0,0 0,1 1,-1-1,1 0,0 1,-1-1,1 0,0 1,1-1,-1 0,0 1,1-1,-1 0,1 1,0-1,-1 0,1 0,0 0,1 0,-1 0,0 0,0 0,2 1,2 1,0 0,0-1,0 1,0-1,1 0,-1-1,1 0,0 1,0-2,0 1,0-1,0 0,3 0,36 5,1-3,0-1,0-2,-1-3,11-3,29-1,-1-4,0-3,-1-5,-1-2,39-19,-96 31,-2-2,0 0,0-2,-1 0,8-7,-22 14,-1 0,1-1,-1 1,-1-2,1 1,-1-1,0 0,-1 0,0-1,0 1,-1-1,0 0,0 0,-1-1,0 0,4-38</inkml:trace>
  <inkml:trace contextRef="#ctx0" brushRef="#br0" timeOffset="-192256.799">26356 25,'0'0,"-6"25,-51 282,-10 218,52-374,5 1,8 0,6 0,7 0,13 46,-20-172,0 0,2 0,2 0,0 0,1-1,2-1,8 15,4-6</inkml:trace>
  <inkml:trace contextRef="#ctx0" brushRef="#br0" timeOffset="-191620.992">26905 342,'29'-8,"18"-4,1 1,-1 2,2 3,-1 2,1 1,20 4,-58 0,1 0,-1 1,0 0,0 1,1 0,-2 1,1 1,5 2,-11-4,0-1,-1 2,1-1,-1 0,0 1,0 0,0 0,0 0,-1 0,1 1,-1-1,0 1,-1 0,1 0,-1 0,0 0,0 0,0 5,0 4,-1 0,0 1,-2-1,1 1,-2-1,0 1,-1-1,0 0,-1 0,0 0,-1-1,-1 1,-4 5,-37 78,-5-2,-29 37,37-61,18-29,-8 14,1 1,-3 15,12 5,23-74,1-1,-1 1,1 0,0-1,0 1,0 0,0-1,1 1,-1 0,1-1,0 1,-1 0,1-1,0 1,1-1,-1 1,0-1,1 0,-1 0,1 0,0 0,0 0,-1 0,1 0,1 0,-1 0,1 0,4 0,0 0,1 0,-1-1,1 0,0 0,-1-1,1 0,-1 0,1-1,0 0,-1 0,1 0,-1-1,0-1,0 1,1-1,-2 0,1-1,0 1,-1-2,1 1,-1-1,5-3,0-1,-1 0,0-1,-1 0,0-1,-1 0,0 0,0-1,-2 0,1 0,-1 0,-1-1,0 0,-1 0,-1 0,0-1,0 0,-1 1,-1-1,-1 0,0 0,0 1,-1-1,-1 0,-1-3,-3-10,-1-1,0 1,-3 0,0 1,-1 0,-2 1,0 0,-2 1,-1 0,-17-22,-3 2,-1 1,-42-38,-126-91,195 165,-41-43,51 49,-1 0,0 0,1 0,-1 0,1 0,-1 0,1 0,-1 0,1-1,0 1,0 0,0 0,0 0,0-1,0 1,0 0,0 0,0 0,0-1,0 1,1 0,-1 0,1 0,-1 0,1 0,-1 0,1 0,0 0,-1 0,1-1,12-11</inkml:trace>
  <inkml:trace contextRef="#ctx0" brushRef="#br0" timeOffset="-191151.883">27716 266,'0'0,"9"-1,29-2,-1 2,0 1,0 1,24 6,-50-6,0 2,0-1,0 1,0 1,-1 0,1 0,-1 1,0 1,0 0,-1 0,0 0,0 2,0-1,-1 1,0 0,-1 0,5 7,-7-6,1 1,-1 0,0 0,-1 1,-1 0,0-1,0 1,-1 0,0 1,-1-1,1 11,-3 9,0 0,-2 0,-5 22,-18 69,-41 118,32-128,6 2,-3 42,21-66,1-56,3-24</inkml:trace>
  <inkml:trace contextRef="#ctx0" brushRef="#br0" timeOffset="-190917.82">27729 994,'7'0,"19"1,21 2,23 1,27 2,24 3,17 8,6 8,-5 6,-27-2,-23 0,-27-6</inkml:trace>
  <inkml:trace contextRef="#ctx0" brushRef="#br0" timeOffset="-190350.807">24988 2023,'44'0,"992"-7,-915 5,706 7,-681 5,0 7,-1 7,97 29,-136-23</inkml:trace>
  <inkml:trace contextRef="#ctx0" brushRef="#br0" timeOffset="-179080.126">15919 1477,'0'0,"-8"-9,-12-10,0 0,-2 1,-1 0,-21-11,16 10,33 15,-2 2</inkml:trace>
  <inkml:trace contextRef="#ctx0" brushRef="#br0" timeOffset="-172837.033">14397 452,'20'8,"-1"1,0 0,0 2,-1 0,0 1,4 5,1 1,0 1,-1 1,-2 0,0 2,-1 1,-1 0,-1 1,-1 1,-1 0,2 10,-12-24,0 0,-1 0,-1 0,0 0,0 1,-1-1,-1 1,0-1,-1 1,0 0,0-1,-1 1,-1 0,0-1,-1 0,0 1,0-1,-1 0,-1 0,-2 3,-1 0,-2-1,1 0,-2-1,1 0,-2 0,1-1,-2-1,1 0,-1-1,-1 0,-4 2,-8 3,-1-2,0 0,-1-2,0-1,-22 4,20-6,0-2,0-1,-1-2,0-1,1-1,-1-1,0-2,1-1,-2-2,24 4,0 0,0 0,1 0,-1-1,1-1,-1 1,1-1,0-1,0 1,1-1,0 0,-1 0,2-1,-1 0,1 0,-1 0,2-1,-1 0,1 0,0 0,0 0,1-1,-1-3,0-4,1 1,0-1,1 1,1-1,0 0,1 0,1 0,0 0,1 1,1-1,2-5,5-18,2 1,1 0,14-24,-5 14,-3 10</inkml:trace>
  <inkml:trace contextRef="#ctx0" brushRef="#br0" timeOffset="-172301.671">13150 514,'30'1,"0"0,0 2,-1 1,12 3,-30-4,1 0,-1 1,1 0,-1 0,-1 2,1-1,-1 1,0 1,0 0,0 0,-1 1,2 2,-6-4,-1 0,0 0,0 1,0-1,-1 1,0 0,0 0,-1 0,1 0,-2 1,1-1,-1 0,0 1,-1-1,1 1,-2 0,1-1,-1 1,0-1,0 0,-1 1,0-1,-1 0,1 0,-1 0,-1 0,1-1,-1 1,-1 0,-6 11,-2 0,0-1,-1 0,0-1,-1 0,-1-2,-1 0,0 0,-1-2,-5 3,-8 3,0-1,-1-2,-1-2,0 0,-34 7,34-12,-1 0,0-2,0-2,0-1,-1-2,1-1,-16-3,43 2,0 0,0 0,0 0,0-1,0-1,0 1,1-1,0 0,-1 0,1-1,0 0,0 0,1 0,0-1,-1 0,1 0,1 0,-1-1,1 1,0-1,0 0,1 0,-1-1,2 1,-1-1,1 1,-1-1,2 0,-1 0,1 0,0 0,1-2,0-4,1 0,0 0,1 0,1 0,0 1,1-1,0 1,1 0,0 0,1 1,0-1,1 1,3-3,15-19,0 0,3 2,15-13,-8 9</inkml:trace>
  <inkml:trace contextRef="#ctx0" brushRef="#br0" timeOffset="-171833.265">12074 502,'14'0,"1"1,-1 0,1 1,-1 0,0 1,0 1,0 0,0 1,-1 1,0 0,0 0,0 1,-1 1,0 0,-1 1,1 0,-2 1,1 0,1 3,-8-7,0 0,-1 1,0-1,1 0,-2 1,1 0,-1 0,0 0,-1 0,1 0,-1 0,-1 0,0 0,0 0,0 0,0 1,-1-1,-1 0,1 0,-1 0,0 0,-1-1,1 1,-5 6,-5 7,-2-1,0 0,-2-1,0 0,-1-1,0-1,-1-1,-1 0,-1-2,0 0,0-1,-1-1,-1-1,-17 5,9-3,0-1,-1-2,-1-2,1 0,-1-2,-1-2,1 0,-4-3,29 1,1-1,-1 0,1 0,-1 0,1-1,0 0,-1 0,1-1,0 0,0 0,0 0,0-1,0 0,0 0,1-1,-1 1,1-1,0 0,0 0,1-1,-1 0,1 0,0 0,0 0,1 0,-1-1,1 0,0 0,1 1,0-2,-1-2,1 0,2 0,-1 0,1-1,1 1,0 0,0 0,0 0,1 0,1 1,0-1,0 1,0-1,2 0,61-102,-65 110,31-46,-3 7</inkml:trace>
  <inkml:trace contextRef="#ctx0" brushRef="#br0" timeOffset="-171331.806">11205 377,'9'2,"9"5,-1 0,0 0,0 2,-1 0,0 1,0 1,-1 0,-1 1,0 1,-1 0,0 1,-1 0,2 4,-9-12,0 1,-1-1,0 1,0 0,0 1,-1-1,0 1,-1-1,0 1,0 0,0 0,-1 0,0 0,-1 0,1 0,-2 0,1 0,-1 0,0 0,-1 0,0 0,-1 0,-2 3,0 0,-1-1,-1 0,1 0,-2 0,1-1,-1 0,-1-1,0 0,0 0,-9 5,-3 2,-1-2,-1 0,0-1,0-2,-2 0,-2 0,0-1,-1-2,-1 0,1-2,-1-1,0-2,-12 0,34-2,1 0,-1 0,0 0,1-1,-1 0,0 0,1-1,0 0,-1 0,1 0,0-1,0 0,0 0,0-1,1 1,-1-1,1 0,0-1,0 1,1-1,-1 0,1 0,0-1,0 1,1-1,-1-1,1 0,1-1,-1 0,1 1,1-1,-1 0,1 0,1 0,0 0,0 0,0 0,1 0,0 0,1 0,-1 0,2 1,-1-1,3-5,5-9,1 0,1 1,0 0,2 1,4-3,4-6</inkml:trace>
  <inkml:trace contextRef="#ctx0" brushRef="#br0" timeOffset="-170830.951">10152 263,'111'-9,"-91"8,1 1,0 0,0 2,-1 0,1 1,-1 1,1 1,-13-3,-1 1,1 0,0 0,-1 1,0 0,0 0,0 0,0 1,-1 0,1 1,-1-1,-1 1,1 0,-1 1,0-1,0 1,-1 0,0 0,0 2,-1-2,0 1,-1-1,0 1,0 0,-1 0,0 0,-1 0,1 0,-1 0,-1 0,0 0,0 0,0 0,-1 0,0-1,-1 1,0-1,0 1,0-1,-1 0,0 0,-2 2,-5 6,0 1,-2-2,1 1,-2-2,0 0,0 0,-2-2,-14 10,12-9,-2-1,1 0,-2-2,1 0,-1-1,-1-1,1-2,-1 0,0-1,0 0,0-2,-1-1,1-1,-22-3,38 3,0-1,0 1,1-2,-1 1,0 0,1-1,-1 0,1 0,0-1,0 0,0 0,0 0,0 0,1-1,-1 1,1-1,0 0,0-1,0 1,1-1,-1 0,1 0,0 0,1 0,-1 0,1 0,0-1,-1-5,4 0,-1-1,2 0,0 0,0 1,1-1,1 1,-1 0,2 0,0 0,0 0,1 1,0 0,1 0,0 1,0 0,1 0,3-2,84-86,-51 57</inkml:trace>
  <inkml:trace contextRef="#ctx0" brushRef="#br0" timeOffset="-170299.087">9168 329,'0'0,"0"0,9 2,10 1,0 2,0 0,0 1,-1 1,0 1,0 1,-1 0,0 1,-1 1,0 0,10 11,-21-19,-1 0,-1 1,1-1,0 1,-1 0,0 0,0 1,0-1,0 1,-1-1,0 1,0 0,0 0,0 0,-1 0,0 0,0 0,0 0,-1 0,0 0,0 1,0-1,0 0,-1 0,0 0,0 0,0 0,-1 2,-4 2,0-1,-1 1,0-1,0 0,-1-1,0 0,0 0,-1 0,0-1,0-1,0 0,-1 0,1 0,-1-1,0-1,-1 0,-9 2,0 0,-1 0,0-2,0 0,0-1,0-2,0 0,0-1,0-1,0 0,1-2,-1-1,1 0,0-2,-4-2,17 7,1 0,0-1,1 0,-1 0,0 0,1 0,0-1,-1 0,1 0,1-1,-1 1,1-1,0 0,0 0,0-1,1 1,-1-1,1 1,1-1,-1 0,1 0,0-1,1 1,-1 0,1-1,1 0,1 1,0-1,0 1,0 0,1 0,0 0,0 0,1 0,0 0,0 0,0 1,0-1,1 1,0 0,0 0,1 1,-1-1,1 1,1-1,8-6,0 1,0 1,1 0,0 1,0 0,11-3,38-10,-5 5</inkml:trace>
  <inkml:trace contextRef="#ctx0" brushRef="#br0" timeOffset="-168871.673">4094 2086,'0'0,"0"0,1 0,92 0,411 8,694 31,-916-25,474 15,976-84,-783 11,-845 41,676-14,-713 21,-63-3,0 1</inkml:trace>
  <inkml:trace contextRef="#ctx0" brushRef="#br0" timeOffset="-167462.05">24435 2246,'-47'101,"-217"339,261-434,-5 5,1 0,0 1,1 0,1 0,0 1,1 0,0 0,1 0,0 0,0 3,3-13,0 0,1 0,-1 0,0 0,1 0,0 0,0 0,0 0,0 0,0 0,0 0,1-1,-1 1,1-1,0 1,0-1,0 0,0 1,0-1,0 0,0 0,1-1,-1 1,1 0,0-1,-1 1,1-1,8 3,0 0,0 0,1-1,-1-1,1 0,7 0,27 2,1-3,-1-2,0-1,1-3,-1-2,-1-1,0-3,0-2,31-13,10-10</inkml:trace>
  <inkml:trace contextRef="#ctx0" brushRef="#br0" timeOffset="-167133.738">24521 2441,'0'8,"13"304,14-2,29 97,-34-262,-3-25,13 73,-27-157</inkml:trace>
  <inkml:trace contextRef="#ctx0" brushRef="#br0" timeOffset="-166566.704">25284 2309,'0'0,"0"2,-2 3,1-3,1-1,-1 1,0 0,1 0,-1 0,1 0,-1 0,1 0,0 0,0 0,0 0,0 0,0 0,1 0,-1 0,0 0,1-1,0 1,-1 0,1 0,0 0,0 0,0-1,0 1,0 0,1 0,3 2,1 0,-1 0,1-1,0 0,0 0,-1-1,2 0,-1 0,6 1,157 30,-117-25,-1 2,1 2,1 4,-43-14,-1 1,0 0,0 1,0 0,-1 0,1 1,-1 0,0 1,0 0,-1 0,0 0,0 1,0 0,-1 0,0 1,0 0,-1 0,0 0,-1 1,4 7,-5-3,-1 0,0 1,-1-1,-1 0,0 0,0 0,-1 1,-1-1,0 0,-1 0,-4 11,-20 60,-4-1,-38 73,40-92,-31 70,50-112,-64 164,69-173,2 1,0-1,0 1,1 0,1 0,1 0,0 3,0-13,0 0,0 1,1-1,0 0,0 0,0 0,0-1,1 1,-1 0,1 0,0-1,0 1,1-1,-1 1,1-1,-1 0,1 0,0 0,0 0,0-1,1 1,-1-1,1 0,-1 0,3 1,1-1,-1 0,1 0,0-1,-1 0,1 0,0-1,0 1,-1-2,1 1,0-1,0 0,-1 0,1-1,0 1,-1-2,0 1,1-1,-1 0,1 0,3-3,0 0,0-1,0 0,-1 0,0-1,-1 0,0 0,0-1,0 0,4-8,-6 4,0 1,0-1,-1-1,-1 1,0-1,-1 1,0-1,-1 0,-1 0,0 0,-1 0,-1 0,0 0,-1 0,0 0,-1 0,0 0,-2 1,1 0,-2-1,1 2,-3-3,-13-23,-3 1,0 1,-3 1,0 1,-2 2,-2 1,-1 1,-8-4,-83-65,-4 5,-22-6,92 63</inkml:trace>
  <inkml:trace contextRef="#ctx0" brushRef="#br0" timeOffset="-166131.04">26187 2362,'48'0,"-1"1,0 2,0 3,26 7,-59-10,-1 0,0 1,0 1,0 1,0-1,-1 2,0 0,0 0,-1 1,0 1,0 0,-1 0,0 1,-1 0,0 1,-1 0,6 9,-3 3,-1 1,-1-1,-1 2,-2-1,0 1,-1 0,-2 0,0 0,-2 1,-1 19,-5 121,-7 0,-29 141,35-266,3-12,-2 0,-1 0,-1-1,-9 19,15-43,0 0,-1 0,0 0,0-1,0 1,0-1,-1 0,1 1,-1-1,0 0,0-1,0 1,0 0,-3 1,-15 4</inkml:trace>
  <inkml:trace contextRef="#ctx0" brushRef="#br0" timeOffset="-165801.426">26183 3190,'8'-1,"15"-4,18-3,20-3,14-2,7 0,-12 3,-9 0,-12-1,-14 1</inkml:trace>
  <inkml:trace contextRef="#ctx0" brushRef="#br0" timeOffset="-165504.274">23699 1920,'-5'9,"-34"66,4 3,3 0,3 3,4 0,4 1,3 1,-2 46,4-3,6 0,5 1,7 21,-1-116,1 24,-3 0,-6 41,-1-48</inkml:trace>
  <inkml:trace contextRef="#ctx0" brushRef="#br0" timeOffset="-165190.041">22871 2968,'19'-7,"38"-13,54-21,66-25,67-28,52-23,16-13,-46 16</inkml:trace>
  <inkml:trace contextRef="#ctx0" brushRef="#br0" timeOffset="-157452.462">7566 2086,'70'-9,"-2"-1,-6 0,1 3,1 3,43 3,457 55,247-23,-614-29,0-9,186-31,-309 25,-7 1</inkml:trace>
  <inkml:trace contextRef="#ctx0" brushRef="#br0" timeOffset="-155747.803">27640 1635,'0'0,"0"0,0 0,0 0,0 0,0 0,0 0,0 0,0 0,0 0,0 0,0 0,0 0,0 0,0 0,0 0,0 0,0 0,0 0,0 0,0 0,0 0,0 0,0 0,0 0,0 0,0 0,0 0,0 0,0 0,0 0,0 0,0 0,0 0,0 0,0 0,0 0</inkml:trace>
  <inkml:trace contextRef="#ctx0" brushRef="#br0" timeOffset="-146051.577">10821 2877,'7'-4,"15"-12,1 2,1 0,0 1,0 2,1 1,0 0,1 2,0 1,1 1,-1 1,1 2,25-1,-31 5,0 1,0 1,0 1,-1 0,0 2,0 0,0 1,-1 2,0-1,9 7,-17-8,0 0,-1 1,1 0,-2 0,1 1,-1 0,-1 1,0 0,0 0,-1 1,0 0,-1 0,0 1,-1 0,0 0,-1 0,2 8,-3-4,-1-1,0 1,-1-1,-1 1,-1 0,0 0,-1-1,0 1,-1-1,-1 0,-1 0,0 0,-1 0,0-1,-1 0,-4 5,-3 5,-2-1,-1-1,-1 0,0-1,-2-1,0-1,-2-1,-18 13,3-6,-1-3,-1-1,-1-1,0-3,-1-1,-1-2,-1-2,1-2,-2-1,1-3,-20 0,39-4,-1-2,1-1,-1 0,-13-4,30 3,0 1,-1-1,1-1,0 1,1-1,-1-1,1 0,-1 0,1 0,0-1,0 0,1 0,0 0,-5-6,5 1,1 1,1-1,0 0,0 0,1 0,0 0,1-1,0 1,0-1,1 0,1 1,0-1,0 0,1 1,1-1,-1 1,2-1,-1 1,2 0,0-3,7-21,2 0,1 1,2 1,0 0,3 1,0 1,2 1,2-1,24-27</inkml:trace>
  <inkml:trace contextRef="#ctx0" brushRef="#br0" timeOffset="-145312.774">12347 2723,'8'0,"11"2,-1 0,0 1,0 1,-1 1,1 1,-1 0,0 1,0 1,-1 0,0 1,0 1,-1 1,-1 0,0 1,3 3,-9-6,-1 0,0 0,0 1,-1-1,0 2,-1-1,0 1,0-1,-1 1,-1 1,0-1,0 0,-1 1,-1-1,0 1,0 0,-1-1,-1 9,-2 2,0 1,-1 0,-2-1,0 0,-1 0,-2-1,0 1,-1-2,-1 1,-3 5,-1-1,-2-1,0-1,-1-1,-1 0,-1-1,-1-1,-1-1,-1-1,0-1,-1-1,-1-1,0-1,-1-1,-10 2,27-11,0-1,0 0,0-1,0 0,0-1,-1 1,1-2,-1 1,1-1,0-1,-1 0,1 0,0-1,-1 0,1 0,0-1,1 0,-1-1,0 0,1 0,0-1,0 0,0-1,1 0,0 0,-6-6,6 2,0 0,0 0,1-1,1 0,0 0,1 0,0 0,0-1,1 0,1 0,0 0,-1-11,2 1,1 1,1 0,1 0,1-1,0 1,2 1,0-1,5-9,1 0,2 1,0 1,2 0,1 2,11-15,11-10</inkml:trace>
  <inkml:trace contextRef="#ctx0" brushRef="#br0" timeOffset="-144711.425">12977 2895,'6'-4,"14"-11,1 1,0 1,1 1,0 2,0 0,5-1,-15 7,0 1,0 0,0 0,0 1,1 1,-1 0,0 1,1 0,-1 1,0 0,1 1,-1 1,4 1,-3 0,-1 2,1 0,-1 0,0 1,-1 1,1 0,-2 0,1 1,-1 1,0-1,-1 2,0-1,-1 1,0 1,-1-1,0 1,-1 1,0-1,-1 1,-1 0,0 0,0 0,-1 1,-1 0,0-1,-1 1,-1 0,0 0,-1-1,0 1,-1 0,0-1,-2 1,-1 5,-1 0,-2-1,0 1,0-1,-2-1,0 0,-1 0,-1-1,0-1,-1 0,-1 0,0-2,-1 1,-1-2,0 0,0-1,-1-1,-1 0,0-1,0-1,0-1,-1 0,0-2,-1 0,1-1,-11 0,21-3,1 0,-1-1,0 0,1 0,-1-1,1 0,-1-1,1 0,-1 0,1-1,0 0,0 0,0-1,1 0,-1-1,1 1,0-1,0-1,1 1,-1-1,1 0,-1-2,1-2,0 0,1 0,0-1,0 1,1-1,1 0,0 0,0 0,1-1,1 1,-1-1,2-6,0-6,1 0,1 1,1-1,1 0,4-13,42-101,-24 82</inkml:trace>
  <inkml:trace contextRef="#ctx0" brushRef="#br0" timeOffset="-143769.68">14131 2723,'107'29,"-83"-20,0 2,-1 1,0 1,-1 0,0 2,-1 0,-1 2,-1 0,0 1,0 3,-9-11,-1 1,-1 0,0 1,-1-1,0 2,0-1,-2 1,1 0,-2 0,1 0,-2 1,0-1,-1 1,0 0,-1 0,0 0,-1 0,-1 0,-1 8,-2-6,0 1,-1-1,-1 0,-1 0,0 0,-1-1,0 0,-1-1,-1 0,0 0,-1-1,-1-1,0 0,-11 9,4-5,-1-1,-1 0,-1-2,0-1,0 0,-1-2,-1 0,1-2,-19 4,24-7,0-2,0 0,-1-2,1 0,0-1,-1 0,1-2,-1 0,1-1,0-1,-7-3,15 4,0 0,0-1,0-1,1 0,0 0,-1-1,2 0,-1-1,1 0,0 0,0 0,1-1,0 0,1-1,-1 0,2 0,-1 0,1-1,1 1,-1-2,1-2,0 1,1-1,1 0,0 0,1 0,0 0,1 0,0 0,1-1,1 1,0 0,0 0,1 1,1-1,1 1,3-9,3-2,0 1,2 0,1 1,0 1,1 0,1 1,1 0,7-4,45-36,-5 11</inkml:trace>
  <inkml:trace contextRef="#ctx0" brushRef="#br0" timeOffset="-133072.369">15554 2701,'57'-12,"1"2,0 3,0 3,20 2,-62 2,0 1,1 1,-1 1,0 0,0 1,0 1,0 0,-1 1,0 1,0 0,-1 1,0 1,0 0,-1 1,0 0,0 1,-2 0,9 11,-8-5,-1 0,-1 1,0 0,-1 1,-1 0,-1 0,-1 1,-1 0,0 0,-2 0,0 1,-1-1,-1 1,-1-1,-1 1,-1 0,0-1,-2 0,0 0,-2 0,0 0,-1-1,-1 1,0-2,-2 1,0-2,-1 1,-1-1,-1-1,0 0,-1-1,0 0,-1-1,-1-1,-1 0,1-2,-2 0,0 0,0-2,-1 0,-7 2,10-7,-1 0,0 0,1-2,-1 0,0-1,0-1,0-1,0 0,0-1,0 0,1-2,-1 0,1-1,0-1,0 0,0-1,1 0,0-2,1 0,0 0,0-1,1-1,0 0,1-1,0 0,1-1,1-1,-8-11,9 10,0-2,1 1,0-1,1 0,1 0,1-1,0 0,2 0,0 0,1-1,0 1,2-1,0 1,1 0,1-1,1 1,0 0,2 0,0 0,1 1,0-1,2 1,8-14,25-30,2 11</inkml:trace>
  <inkml:trace contextRef="#ctx0" brushRef="#br0" timeOffset="-132228.689">16753 2723,'9'1,"19"5,0 2,0 0,-1 2,0 0,-1 2,0 2,-1 0,0 1,-2 1,0 2,0 0,-2 2,0 0,-1 1,-2 1,16 22,-26-30,0-1,-1 1,0 0,-1 1,-1-1,0 1,-1 0,-1 1,0-1,-1 0,-1 1,0 0,-2-1,1 1,-2-1,0 1,0-1,-2 0,0 1,-1-2,0 1,-6 10,1-6,-1-1,0-1,-2 0,0 0,-1-1,0-1,-1 0,-1-1,0-1,-1-1,0 0,-1-1,-1-1,1 0,-2-2,1 0,-1-1,0-1,-1-1,-10 1,20-4,0-1,0 0,0 0,-1-1,1 0,0-1,0-1,0 0,0 0,1-1,-1 0,1-1,-1 0,1-1,0 0,1-1,-1 0,1 0,0-1,1 0,-3-3,3 1,1-1,0 0,0-1,1 1,0-1,1-1,0 1,1-1,0 0,1 0,0 0,1 0,1 0,-1-9,2-2,0-1,1 1,2 0,0-1,2 1,0 1,4-10,6-5,0 0,2 1,2 0,2 2,1 0,1 2,2 0,1 2,1 0,2 2,0 1,2 2,1 1,1 1,1 2,1 1,1 2,2 1,-4 4,0 1,1 2,0 1,1 2,0 1,0 2,0 1,0 2,1 2,-1 1,0 2,0 1,0 2,-1 2,0 1,0 1,-1 2,-1 2,0 1,-1 1,-1 2,-1 1,-1 1,21 20,-33-25,-1 0,-1 1,0 1,-1 0,-1 1,-1 1,-1 0,0 1,-5-9,-1 1,0 1,-1-1,-1 1,0-1,0 1,-2 0,1 0,-2 0,0 0,-1 0,0 0,-3 9,0-6,-1-1,-1 1,0-2,-1 1,-1-1,-1 0,0 0,0-1,-2 0,0-1,0 0,-1-1,-12 9,2-2,-2-1,0-2,-1 0,-1-1,-1-2,1-1,-20 6,31-13,0 0,-1-2,0 1,0-2,0 0,0-1,0 0,-3-2,11 1,0-1,0 0,0-1,0 0,1 0,-1 0,0-1,1 0,0-1,0 0,0 0,0 0,0-1,1 0,0 0,0-1,0 0,-1-3,1 1,0-1,0-1,1 1,1-1,-1 0,2 0,-1 0,1-1,1 1,0-1,0-6,-1-15,1 1,2-1,4-23,24-149,-10 113</inkml:trace>
  <inkml:trace contextRef="#ctx0" brushRef="#br0" timeOffset="-128797.39">4270 1952,'-5'-1,"-142"-22,186 19,612-36,-110 38,-111 5,-318-9,-107 5,0 0</inkml:trace>
  <inkml:trace contextRef="#ctx0" brushRef="#br0" timeOffset="-128123.951">6150 1920,'31'7,"85"9,0-5,58-3,-150-7,712 13,-619-8,0 6,72 17,-135-17</inkml:trace>
  <inkml:trace contextRef="#ctx0" brushRef="#br0" timeOffset="-126899.123">18611 2494,'-6'61,"-5"127,11 140,4-205,-6 0,-14 96,4-142</inkml:trace>
  <inkml:trace contextRef="#ctx0" brushRef="#br0" timeOffset="-124728.223">19667 2541,'-35'310,"11"-137,8 1,8 1,11 128,16-160,-18-140,-1 1,2-1,-1 1,0-1,1 1,-1-1,1 0,0 0,0 0,0 0,1 0,-1 0,11 6</inkml:trace>
  <inkml:trace contextRef="#ctx0" brushRef="#br0" timeOffset="-124352.129">20171 2639,'-10'657,"5"-416,5-230,0 1,0-1,2 1,-1-1,1 0,1 0,0 0,0 0,1 0,1-1,4 8,-9-17,2 1,-1-1,0 1,0-1,0 1,1-1,-1 0,1 0,-1 1,1-1,-1 0,1-1,-1 1,1 0,0 0,0-1,0 1,-1-1,1 1,0-1,0 0,0 0,0 0,1 0,16-4</inkml:trace>
  <inkml:trace contextRef="#ctx0" brushRef="#br0" timeOffset="-124022.436">20758 2534,'0'0,"-11"383,3 154,11-479,2 0,3-1,9 30,-14-74,0-1,1 0,0 1,1-1,1-1,5 10,-10-19,0 0,0-1,0 1,0 0,0-1,0 1,1-1,-1 1,0-1,1 0,-1 0,1 0,0 1,-1-1,1-1,0 1,0 0,-1 0,1-1,0 1,0-1,0 1,0-1,0 0,0 0,0 0,0 0,0 0,0 0,0-1,-1 1,1-1,0 1,0-1,0 1,0-1,-1 0,1 0,0 0,18-14</inkml:trace>
  <inkml:trace contextRef="#ctx0" brushRef="#br0" timeOffset="-123724.184">21237 2676,'0'0,"0"0,0 0,0 0,0 8,0 19,0 23,0 26,0 26,2 22,6 19,7 18,11 9,11 1,12-13,-2-34</inkml:trace>
  <inkml:trace contextRef="#ctx0" brushRef="#br0" timeOffset="-114840.996">4830 803,'-4'6,"-22"28,3 1,1 0,2 2,1 1,2 1,-1 5,-111 326,86-238,-209 590,196-567</inkml:trace>
  <inkml:trace contextRef="#ctx0" brushRef="#br0" timeOffset="-105133.909">9441 1029,'0'0,"0"0,0 0,0 0,0 0,0 0,0 0,-3-6,-22-36,24 42,0 1,0-1,0 0,0 0,0 0,0 1,0-1,0 1,0-1,0 1,0-1,0 1,0 0,0-1,0 1,0 0,1 0,-1 0,0-1,1 1,-1 0,0 0,1 0,-1 0,1 0,0 0,-1 0,1 0,0 1,-1-1,1 0,0 0,0 0,0 0,0 1,-1 0,-63 187,47-138,1-1,3 2,-4 35,-12 203,11 52,12-202,-11 137,16-267,2-8,-1 0,0 0,0 0,0 0,0 0,0 0,0 0,-1 0,1 0,-1 0,1 0,-1 0,0-1,0 1,0 0,0 0,0 0,0-1,0 1,0-1,-1 1,1-1,0 1,-1-1,0 0,1 0,-1 1,2-2,1 0</inkml:trace>
  <inkml:trace contextRef="#ctx0" brushRef="#br0" timeOffset="-103660.921">7788 853,'-1'4,"-18"55,4 0,1 2,4-1,2 1,3 1,2 18,-11 431,27 1,-11-474,-2 0,-2-1,-1 1,-2 0,-4 10,-5 5</inkml:trace>
  <inkml:trace contextRef="#ctx0" brushRef="#br0" timeOffset="-99728.215">6044 489,'-1'8,"-30"475,27-116,0-257,-1 306,15-280,-4-73,-3 0,-3 1,-4 32,0-15,0-52,1-18,2-11</inkml:trace>
  <inkml:trace contextRef="#ctx0" brushRef="#br0" timeOffset="-90830.246">21265 2805,'0'0,"0"0,0 0,0 0,6-3,24-9,0 1,1 2,1 1,0 1,13 0,-34 6,-1 0,1 1,-1 1,0-1,1 1,-1 1,0 0,1 1,-1 0,0 0,-1 1,1 0,-1 1,0 0,0 0,0 1,-1 0,8 7,0 7,0 0,-2 0,0 2,-1-1,-1 2,-2 0,0 0,-1 1,-1 0,-2 0,0 1,-1 4,7 26,-3 0,-2 1,-2 0,-3 0,-5 54,0-76,-1 1,-2-1,-2 0,-1 0,-1-1,-2 0,-2-1,0-1,-2 0,-5 4,17-26,-1 0,-1-1,0 1,0-1,0 0,-1-1,-1 0,1 0,-1 0,0-1,0 0,-1-1,0 0,0 0,-5 2,5-5,0 0,0 0,-1-1,1 0,0-1,0 0,-1 0,1-1,0 0,0 0,0-1,0-1,0 0,0 0,1 0,-1-1,1 0,0-1,0 0,0 0,1-1,0 0,0 0,-2-2,-11-17,0 0,1 0,2-2,0 0,2-1,2-1,0 0,2-1,1 0,-6-30,0-15,3-1,3-1,4 1,3-1,4 0,9-69,-9 123,1 1,1-1,1 1,0 0,2 0,1 1,1 0,0 0,10-16,-9 23,-2 4</inkml:trace>
  <inkml:trace contextRef="#ctx0" brushRef="#br0" timeOffset="-82086.891">3958 2158,'8'0,"197"-18,-68 3,337-9,488-11,-675 27,2527 36,-2652-23,441 17,-327 10,-242-28</inkml:trace>
  <inkml:trace contextRef="#ctx0" brushRef="#br0" timeOffset="-80314.378">9985 4065,'0'0,"45"8,77 3,120-4,-230-7,828-30,-581 16,868-29,-1034 41,892-1,-827 12,-156-8,0-1,0 0,0 0,0 0,0 0,0-1,0 1,0 0,0-1,0 1,0-1,0 0,0 0,-1 1,1-1,0 0,0-1,-1 1,1 0,-1 0,1-1,0 0,18 2,-9 3,-8-7,-2-1</inkml:trace>
  <inkml:trace contextRef="#ctx0" brushRef="#br0" timeOffset="-77781.302">15068 3896,'139'58,"-65"-31,0-3,1-4,1-3,1-3,66 2,108-7,208-20,-402 8,1495-54,-1049 61,-270 3,-233-7,-1 0,1 0,0 0,0 0,0-1,0 1,0 0,0 0,0 0,0 0,0-1,0 1,0 0,0 0,0 0,0 0,0-1,0 1,0 0,0 0,0 0,-22-4,-6-1</inkml:trace>
  <inkml:trace contextRef="#ctx0" brushRef="#br0" timeOffset="-75535.931">18999 4160,'0'0,"1"0,79 30,-25-7,1-4,1-1,17 0,-3-8,2-3,-1-3,10-4,-27 1,630-8,-75-21,97 23,-527 12,-151-9</inkml:trace>
  <inkml:trace contextRef="#ctx0" brushRef="#br0" timeOffset="-73333.695">21014 6231,'0'0,"0"0,3 1,54 22,1-2,40 8,3-11,1-5,1-4,16-5,-46-1,1837 24,-695 1,-627 23,-537-47</inkml:trace>
  <inkml:trace contextRef="#ctx0" brushRef="#br0" timeOffset="-61794.551">9882 4031,'0'0,"0"0,0 0,1 0,112 17,0-5,1-5,62-6,342-32,-310 15,1195-53,-806 45,539-26,-1023 46,-80-8,-25 11,2 1</inkml:trace>
  <inkml:trace contextRef="#ctx0" brushRef="#br0" timeOffset="-59864.259">11358 4863,'5'-7,"29"-31,1 1,2 2,2 2,1 1,1 2,1 2,2 1,1 3,42-17,-53 28,0 0,1 3,1 1,-1 1,1 2,1 1,-1 2,1 2,-1 1,1 2,-1 2,0 1,0 2,6 2,-16-2,-1 1,-1 0,0 2,0 1,-1 1,0 1,-1 1,-1 0,0 2,-1 1,-1 0,0 1,-2 2,0-1,-1 2,-1 0,-1 1,-1 0,0 1,-2 1,-1 0,-1 0,-1 1,1 8,-6-10,0 1,-1 0,-2 0,0 1,-2-1,0 0,-2-1,-1 1,0-1,-2 1,-1-1,-2 4,-6 7,0 0,-2-2,-2 0,-1-1,-1-1,-1-1,-18 15,-10 7,-2-3,-3-2,-1-2,-3-3,-1-3,-2-3,-1-2,-25 7,55-24,0-3,-1-1,-1-1,1-2,-2-2,1-1,-1-2,0-1,0-2,1-2,-1-1,-21-5,40 2,1 0,-1-2,1 0,0-1,1-1,0 0,0-1,1-1,0-1,1 0,0-1,1 0,1-1,0 0,1-1,0 0,1-1,1 0,0-1,2 0,-2-4,-4-11,2-1,1 0,2 0,1-1,2 0,1 0,1-1,2 1,2 0,1-1,2 1,1 0,1 0,2 1,2-1,1 2,1 0,2 0,10-16,-2 13,2 2,1 0,10-8,19-18</inkml:trace>
  <inkml:trace contextRef="#ctx0" brushRef="#br0" timeOffset="-57159.108">14951 3946,'0'0,"5"2,59 22,1-4,0-2,2-4,0-2,0-3,0-3,29-3,707 27,-638-26,233 5,771 31,-1079-39,-87-2,-1 0,0 0,1 0,-1 0,0 0,0-1,0 1,0-1,0 0,0 1,0-1,0 0,-1 0,1 0,-1 0,1-1,-1 1,0 0,0-1,0 1,0-2,2-1,6-14</inkml:trace>
  <inkml:trace contextRef="#ctx0" brushRef="#br0" timeOffset="-55450.117">16171 4392,'0'7,"0"-1,12 592,18-82,-30-470,-1 0,-2-1,-3 2,5-31,-10 31,8-44</inkml:trace>
  <inkml:trace contextRef="#ctx0" brushRef="#br0" timeOffset="-53853.937">19215 4144,'0'0,"0"0,0 0,1 0,64 21,0-3,2-3,0-3,0-3,35 0,110-3,20-10,-154 2,-43 1,817 4,-643 14,-122-27,-72 7,31-7</inkml:trace>
  <inkml:trace contextRef="#ctx0" brushRef="#br0" timeOffset="-51684.524">20272 4709,'-108'6,"-1"-4,-50-9,100 5,-523-9,498 12,81 0,0 0,0 0,0 1,0 0,1-1,-1 1,1 0,-1 1,1-1,-1 0,1 1,0-1,0 1,0-1,1 1,-1 0,1 0,-1 0,1 0,0 0,0 0,0 0,1 0,-1 1,1-1,-1 1,-9 44,2 0,-1 47,3-36,-37 247,-12-2,-24 34,72-312,3-12,0 0,1 0,0 0,1 0,1 1,1-1,0 0,0 5,1-17,-1 1,1-1,0 0,-1 1,1-1,0 0,0 0,1 0,-1 0,0 0,1 0,-1 0,1 0,0-1,-1 1,1-1,0 1,0-1,0 1,0-1,0 0,0 0,1 0,0 0,60 8,-6-11,-1-3,0-3,22-6,-45 8,33-6,54-11,2 6,40 3,-157 14,-3 0,1 0,-1 0,1 1,-1-1,1-1,0 1,-1 0,1-1,-1 1,1-1,-1 0,1 0,-1 0,0 0,1 0,-1 0,0-1,0 1,0-1,0 1,0-1,0 0,0 0,1-1,-2-8</inkml:trace>
  <inkml:trace contextRef="#ctx0" brushRef="#br0" timeOffset="-51387.292">18702 5483,'0'0,"0"0,7 0,16-2,22-2,22-2,25-5,20-4,18-4,14-3,9-1,3 1,-2 0,-10 2,-14 3,-30 4</inkml:trace>
  <inkml:trace contextRef="#ctx0" brushRef="#br0" timeOffset="-47311.854">21107 6287,'7'0,"183"0,996-16,-257-31,-276 18,247-14,-526 19,-270 17,-60-4,-29 25,-13-8,-4-6</inkml:trace>
  <inkml:trace contextRef="#ctx0" brushRef="#br0" timeOffset="-46075.273">26074 4875,'0'0,"0"0,0 0,0 0,0 0</inkml:trace>
  <inkml:trace contextRef="#ctx0" brushRef="#br0" timeOffset="-39778.898">3390 2594,'0'0,"0"0,0 0,0 0,0 0,6-7,38-41,2 2,2 1,2 3,2 2,1 3,2 1,8 0,50-23,3 5,2 5,22-2,14 1,3 7,1 7,2 7,0 6,26 6,-85 11,0 5,1 4,-1 4,0 5,-1 4,-1 4,0 5,43 19,-89-24,-1 3,-1 2,-2 2,0 3,-2 1,-1 3,-2 1,9 11,-27-21,0 2,-2 0,-1 2,-1 0,-2 1,-1 2,-1 0,-2 0,-1 2,-2 0,-1 1,-2 0,1 10,-6-11,-1-1,-2 1,-1 0,-2-1,-2 1,0-1,-3 1,0-1,-2-1,-2 1,-1-1,-1-1,-2 0,-15 24,-1-4,-2-2,-2 0,-2-3,-3-1,-1-1,-2-3,-2-1,-4 0,-21 11,-1-3,-3-3,-2-3,-1-3,-2-4,-1-3,-2-3,-45 7,10-8,-2-6,0-5,-1-5,0-5,-100-8,80-6,1-6,1-6,1-6,1-6,-69-28,145 39,1-3,1-3,2-2,0-2,2-3,1-2,-4-8,29 22,2-2,0 0,2-2,1-1,1-1,1 0,1-2,1 0,2-1,1-1,2 0,1-1,-6-26,10 21,3-1,1 1,2-1,1 0,2 0,2 0,1 0,2 1,2 0,1 0,2 0,1 2,2-1,2 2,1 0,1 0,2 2,2 1,0 0,2 2,5-3,63-62,-5 15</inkml:trace>
  <inkml:trace contextRef="#ctx0" brushRef="#br0" timeOffset="-29186.126">363 4426,'234'-173,"-70"73,4 7,4 8,3 7,131-36,-180 72,2 6,2 6,20 2,-73 17,0 4,1 3,-1 4,1 2,-1 5,8 4,-40-5,-1 3,-1 1,0 2,0 2,-1 2,-1 2,-1 1,-1 3,0 1,-2 1,0 3,-2 0,-1 3,5 8,-10-7,-2 2,-2 0,-1 2,-2 1,-1 1,-2 0,-1 1,-2 2,-2-1,-2 2,-1 0,-2 0,-2 1,-2-1,-2 1,-1 1,-3-1,-1 0,-2 0,-2 0,-4 10,-3-2,-4 0,-1-1,-2-1,-2-1,-3-1,-1-1,-3-1,-1-1,-2-2,-2-1,-6 3,-21 17,-1-3,-4-3,-1-3,-3-3,-2-3,-40 17,2-9,-3-4,-1-6,-3-5,-1-5,-1-5,-1-5,-1-6,-1-5,0-5,-1-5,-116-15,145 3,-1-3,2-5,-73-25,114 27,2-3,0-2,1-2,1-2,2-2,0-2,-16-16,36 24,0-1,2-1,1-2,0 0,2-1,1-2,1 0,2 0,1-2,1 0,1-1,2-1,1 0,1 0,2-1,2 0,1 0,-1-21,6 18,1-1,2 0,2 1,1-1,1 1,3 1,0-1,3 2,0-1,3 2,0 0,3 1,0 1,2 1,1 0,1 2,16-14,10-6,3 2,2 3,1 2,2 2,40-18,26-10</inkml:trace>
  <inkml:trace contextRef="#ctx0" brushRef="#br0" timeOffset="-7406.706">17549 9661,'2'6,"3"6,1 1,-1-1,2 0,0 0,0 0,1-1,0 0,1-1,1 0,-1-1,1 1,1-2,0 1,0-2,1 1,0-2,0 1,0-2,1 0,0 0,0-1,6 1,-5-4,0 0,1-1,-1-1,0 0,0 0,0-2,0 0,0 0,-1-1,1-1,9-5,18-10,-2-1,0-2,2-4,135-101,-7-7,24-35,-168 148,142-132,-104 115,-44 30</inkml:trace>
  <inkml:trace contextRef="#ctx0" brushRef="#br0" timeOffset="-4307.936">5892 8821,'0'7,"1"82,-5 1,-3-1,-8 22,2-45,-2 8,4 0,-2 48,14-2,12 90,1-6,-13-101,-1-98</inkml:trace>
  <inkml:trace contextRef="#ctx0" brushRef="#br0" timeOffset="-3173.947">7591 8836,'0'0,"0"0,0 0,-2 6,-54 227,22-53,8 1,8 1,6 125,10-210,5 1,9 43,-6-81,-4-36</inkml:trace>
  <inkml:trace contextRef="#ctx0" brushRef="#br0" timeOffset="-1208.59">9139 8798,'1'7,"55"423,-48-351,40 799,-47-827,2 77,0-16</inkml:trace>
  <inkml:trace contextRef="#ctx0" brushRef="#br0" timeOffset="2543.392">6992 3029,'0'0,"0"9,-18 767,12 54,9-750,-1-66</inkml:trace>
  <inkml:trace contextRef="#ctx0" brushRef="#br0" timeOffset="2873.309">7378 3230,'0'10,"0"-4,13 1083,7-707,-13-315,-2-48</inkml:trace>
  <inkml:trace contextRef="#ctx0" brushRef="#br0" timeOffset="3236.416">7834 3208,'-1'11,"-20"696,22-558,20 135,7-150,-27-130,0 1,0-1,1 0,-1 0,1 1,0-1,0-1,1 1,-1 0,1 0,0-1,0 0,0 1,2 0,-4-4,0 0,0 1,0-1,0 0,0 0,1 0,-1 0,0 0,0 0,0 0,0 0,0-1,0 1,0 0,0-1,0 1,0-1,0 1,0-1,0 1,0-1,0 0,0 1,-1-1,1 0,0 0,0 1,-1-1,1 0,0 0,-1 0,1 0,-1 0,0 0,1 0,12-22</inkml:trace>
  <inkml:trace contextRef="#ctx0" brushRef="#br0" timeOffset="3536.706">8421 3161,'0'0,"0"0,0 0,0 6,0 16,0 19,-2 17,-1 19,-1 18,0 20,1 17,1 17,2 15,7 12,8 1,1-29</inkml:trace>
  <inkml:trace contextRef="#ctx0" brushRef="#br0" timeOffset="6199.236">4011 10166,'0'0,"7"2,80 12,0-4,1-3,0-4,69-8,5-9,-2-8,23-11,-124 21,108-20,68-2,-23 21,-125 11</inkml:trace>
  <inkml:trace contextRef="#ctx0" brushRef="#br0" timeOffset="7608.86">8660 4808,'-1'10,"-6"68,-28 403,35-474,-2 254,2-252,0-1,1 1,1-1,-1 1,1-1,1 0,1 4,6 1,0-11</inkml:trace>
  <inkml:trace contextRef="#ctx0" brushRef="#br0" timeOffset="7845.757">9110 4824,'0'0,"0"0,0 0,0 6,-3 14,-3 20,-4 19,-1 17,0 17,0 12,0 8,1 4,4 2,6-2,2-9,1-17,0-20,1-23</inkml:trace>
  <inkml:trace contextRef="#ctx0" brushRef="#br0" timeOffset="8321.029">9468 4918,'8'3,"6"3,0 1,0 0,0 1,-1 1,0 0,-1 1,0 0,0 1,-1 0,-1 1,0 0,0 1,-1 0,-1 1,0-1,-1 2,-1-1,0 1,-1 0,0 0,-1 0,-1 1,0-1,-1 7,-2-1,0 1,-2-1,0 1,-1-1,-2 0,0 0,-1 0,-1-1,-1 0,-1 0,0-1,-2 0,0 0,-1-2,-1 1,0-1,-10 8,15-18,0 0,0 0,0-1,-1 0,0 0,0-1,-1 0,1-1,-1 0,-6 2,12-5,0 0,0 0,0 0,1-1,-1 1,0-1,0 0,0 0,0 0,0-1,0 1,0-1,1 0,-1 0,0-1,0 1,1-1,-1 1,1-1,0 0,-1 0,1-1,0 1,0-1,0 0,1 0,-1 1,1-2,-2-1,-1-4,1-1,1 1,0-1,0 1,1-1,0 0,1 0,0 0,0 0,1-1,0 1,1 0,0 0,1 0,0 0,3-8,5-18,1 0,2 1,1 0,2 1,1 1,7-8,23-33</inkml:trace>
  <inkml:trace contextRef="#ctx0" brushRef="#br0" timeOffset="8635.988">10480 4865,'0'5,"1"0,0-1,1 1,-1 0,1-1,0 1,0-1,0 1,1-1,-1 0,1 0,0 0,2 1,8 13,-5-6,0 0,-1 1,-1 0,0 0,0 0,-1 1,-1 0,-1 0,0 0,0 0,-2 1,1-1,-2 1,0-1,-1 0,-2 11,-1-4,-1 0,-1-1,-1 0,0 0,-2 0,0-1,-1-1,-1 1,-1-2,-2 2,7-10,0 0,0-1,-1 0,0 0,-1-1,0 0,0 0,0-1,-1 0,0-1,0 0,0 0,0-1,-1-1,0 0,0 0,0-1,0-1,-10 1,16-1,0-1,1-1,-1 1,0 0,0-1,0 0,1 0,-1-1,0 1,1-1,-1 0,1 0,0-1,0 1,0-1,0 0,0 0,0 0,1-1,-1 1,1-1,0 0,0 0,1 0,-1 0,1 0,-1-5,1 0,0 0,1-1,0 1,0 0,1 0,0-1,1 1,0 0,0 0,1-1,0 1,1 0,0 1,0-1,1 1,0-1,1 1,-1 0,2 0,0 0,15-21,1 1,1 1,1 1,2 1,22-17,53-39</inkml:trace>
  <inkml:trace contextRef="#ctx0" brushRef="#br0" timeOffset="24794.644">9673 9250,'27'-26,"2"2,1 0,1 2,1 1,13-4,22-8,2 3,0 4,2 2,54-10,-28 11,0 3,79-4,-142 20,-1 2,1 1,0 1,0 2,0 1,-1 2,1 1,-1 2,-1 1,1 2,-2 1,0 1,0 2,-1 1,5 5,-12-3,-1 1,0 0,-1 2,-1 0,-2 2,0 0,-1 1,-1 0,-2 1,0 1,-2 1,0 0,-2 2,2 6,-3 1,0 0,-3 1,-1 0,-1 0,-2 0,-2 0,-2 0,-1 0,-2 2,-1 4,-3-1,-1 0,-3 0,-1-1,-2-1,-1-1,-3 0,-1-1,-1-1,-2-1,-2-2,-1 0,-2-2,-1-1,-1-1,-2-1,-1-3,-1 0,-1-2,-1-2,-1-1,-1-3,-15 5,11-8,-1-3,-1-1,0-2,0-3,-1-1,0-2,-26-3,46-2,2-1,-1-1,0-1,1-2,0 0,0-1,1-2,0 0,-13-9,-2-4,0-2,2-1,1-1,-28-30,21 13,2-2,2-1,2-2,2-2,-19-39,32 53,1-1,2 0,2-2,1 0,2 0,2-1,2-1,2 0,1 0,2 0,2-1,4-41,4 49,2 0,1 1,2 0,1 1,1 0,2 1,7-9,-5 8</inkml:trace>
  <inkml:trace contextRef="#ctx0" brushRef="#br0" timeOffset="27821.692">8071 9197,'0'0,"0"0,0 0,0 0,0 0,0 0,0 0,0 0,0 0,0 0,3-3,115-103,-88 83,2 1,0 1,1 2,1 1,1 2,1 2,3-1,15-1,0 1,1 4,0 1,0 3,1 2,0 3,0 3,0 1,0 3,48 12,-74-10,-1 1,0 2,0 1,-1 1,-1 1,0 2,15 11,-21-11,0 2,-2 0,0 1,-1 0,-1 2,-1 0,-1 1,0 1,-2 0,0 1,5 15,1 7,-2 2,-3 0,-1 0,-2 2,1 31,-7-37,-2 0,-2 1,-2-1,-2 0,-2 1,-2-1,-2-1,-1 0,-2 0,-5 6,2-11,-2 0,-2-2,-1 0,-2-1,-1-1,-1-2,-9 8,13-18,-1 0,-1-1,0-1,-2-1,0-1,-1-2,-1 0,0-1,-1-2,-23 8,17-9,-1-1,0-1,-1-2,0-1,0-2,0-1,0-2,-1-1,1-2,0-2,0-1,-5-3,17 2,0-2,1 0,1-2,-1 0,1-1,1-2,0 0,1-1,1 0,-10-11,-10-12,2-2,2-1,1-2,-3-9,6 8,2-2,2-1,2-1,-13-38,16 28,2 0,3-1,2-1,3-1,3 0,2 0,3-2,4-85,1 139,-1 0,2 0,-1 0,1 0,1 0,-1 0,1 1,0 0,1 0,4-6,-8 12,53-75,-25 37</inkml:trace>
  <inkml:trace contextRef="#ctx0" brushRef="#br0" timeOffset="30861.427">6282 9276,'96'-95,"-57"58,3 2,0 1,3 3,0 2,2 2,1 1,1 3,1 2,1 2,0 3,2 1,-1 3,43-3,-55 10,1 2,0 2,-1 1,1 2,0 2,-1 2,0 1,0 3,-1 1,0 1,-1 3,14 7,-22-4,0 1,-1 2,-1 1,-1 1,0 1,-2 2,-2 0,0 2,1 3,-4-4,-1 1,-2 0,-1 2,-1 0,-1 0,-2 1,-1 3,4 11,-2 1,-2 1,-2 0,-2 0,-2 0,-3 1,-1 0,-3-1,-1 1,-3-1,-2 2,-1-13,-1 0,-2-1,-1 0,-2-1,-2 0,0-2,-3 0,0-1,-2-1,-2-1,0-1,-2-1,-1-1,-1-2,-1 0,0-2,-2-1,-1-2,-1-1,0-2,-1-1,-1-1,0-2,-1-2,0-1,-7 0,0-4,1-1,-1-2,0-2,0-2,0-2,0-2,1-1,0-3,0-1,1-2,1-2,-33-17,47 15,0 0,1-2,1-2,1 0,1-1,0-1,2-1,1 0,1-2,1 0,1-2,0-2,-27-54,3-2,5-2,3-1,-15-73,29 98,4-2,3 0,2 0,3-1,3-38,3 89,0 1,1-1,0 1,1-1,1 1,0 0,1 0,1 0,1 0,0 1,0 0,1 0,1 1,1 0,0 0,15-10,-1 3</inkml:trace>
  <inkml:trace contextRef="#ctx0" brushRef="#br0" timeOffset="33604.493">4737 9234,'11'-17,"0"0,1 0,1 1,0 1,1 0,5-3,-6 5,13-13,1 2,1 1,1 2,1 0,1 2,1 1,1 2,27-13,2 4,0 2,1 3,30-3,-41 15,1 3,-1 2,1 3,0 1,-1 3,1 3,-1 1,32 11,-58-13,0 0,0 2,-1 1,0 1,0 1,-1 1,-1 1,0 2,1 1,-5-2,-1 1,0 1,-1 1,-1 0,0 1,-1 1,-1 0,-1 1,-1 0,-1 1,-1 1,2 4,-2 7,-1-1,-1 1,-2 1,-2-1,-1 1,-1 0,-2-1,-1 1,-2 0,-1 0,-3 5,1-6,-2-1,-2 0,-1 0,-1-1,-1-1,-11 16,3-16,-1 0,-1-2,-1-1,-2-1,0-1,-2-1,-1-2,-1 0,-14 6,13-7,0-2,-2-2,0 0,0-3,-1 0,-1-3,-1 0,1-3,-1 0,-17-1,22-5,0-1,0-1,0-2,0-1,0-1,1-2,-1-1,1-2,-10-5,7 1,1-3,1-1,1-1,0-1,2-2,0-1,1-1,1-1,2-1,0-1,2-2,1 0,1-1,1-1,2-1,1-1,1 0,2-1,-3-14,5 13,1-1,2-1,1 0,2 0,1 0,2-1,1 1,2-1,2 1,1 0,2 0,2 0,1 1,4-9,3 4</inkml:trace>
  <inkml:trace contextRef="#ctx0" brushRef="#br0" timeOffset="34128.169">4866 9150,'-6'3,"-72"62,-358 392,423-443,-641 753,626-735,27-32</inkml:trace>
  <inkml:trace contextRef="#ctx0" brushRef="#br0" timeOffset="34503.236">4245 9012,'2'9,"10"43,3 0,1-2,3 0,7 8,-25-56,77 166,62 90,-44-85,-89-160,-4-9,0 0,0 1,-1 0,1 0,-1 0,0 0,0 0,-1 0,0 0,1 1,-2-1,1 1,-1-1,0 0,0 1,0-1,-1 1,-1-3,0 0,0 0,-1 0,1-1,-1 1,0-1,1 1,-1-1,-1 0,1 0,0-1,0 1,-1 0,1-1,-1 0,1 0,-1 0,1 0,-1-1,0 1,1-1,-1 0,0 0,1-1,-1 1,-3-1,-38-1</inkml:trace>
  <inkml:trace contextRef="#ctx0" brushRef="#br0" timeOffset="34737.471">3813 9825,'0'0,"0"0,0 0,6-1,15-2,21-3,25-5,27-4,23-6,9-2,-16 4</inkml:trace>
  <inkml:trace contextRef="#ctx0" brushRef="#br0" timeOffset="40840.732">6412 4934,'582'-14,"520"-117,-749 81,-223 32,-111 16</inkml:trace>
  <inkml:trace contextRef="#ctx0" brushRef="#br0" timeOffset="46589.884">7817 10151,'0'0,"0"0,7 2,58 12,0-2,1-3,24-1,-76-7,383 17,370-34,-151-1,-422 24,-192-7,0 0,1 1,0-1,-1 1,1-1,0 0,0 0,-1 0,1-1,0 1,-1-1,1 1,0-1,-1 0,1 0,-1 0,1 0,-1 0,1-1,-1 1,8-10</inkml:trace>
  <inkml:trace contextRef="#ctx0" brushRef="#br0" timeOffset="48476.332">9502 10280,'0'0,"8"0,20-1,23-1,27-1,26-1,24 0,21 0,18 1,16 2,27 1,31 5,22 7,-9 6,-47-1</inkml:trace>
  <inkml:trace contextRef="#ctx0" brushRef="#br0" timeOffset="51379.059">3680 10514,'0'0,"1"0,154-67,73-27,4 11,4 10,144-23,-203 60,0 7,2 8,1 8,0 7,46 11,-141 0,0 3,0 5,-1 3,-1 3,0 5,-2 2,-1 5,7 7,-52-21,-2 2,0 2,-1 1,-2 1,0 1,-2 2,0 1,2 5,-17-16,-1-1,0 2,-1-1,-1 2,0 0,-1 0,-1 0,-1 1,-1 0,-1 0,0 1,-1 0,-1 0,-1 0,-1 0,-1 6,-3 2,-2 0,-1-1,-1 0,-1 0,-2 0,0-1,-2-1,-1 0,-1 0,-1-2,-1 0,-1 0,-1-2,0 0,-9 6,-20 20,-1-2,-11 5,-136 90,66-61,-4-7,-3-5,-2-6,-3-6,-3-6,-67 10,91-30,-1-6,-1-6,0-4,-60-5,100-8,0-4,0-4,1-3,1-3,0-5,1-2,-15-9,45 11,0-2,1-2,2-2,0-2,2-2,1-2,1-1,2-3,1-1,2-2,2-1,-10-17,3-5,3-3,3-1,3-1,2-2,-6-27,-29-104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30T10:24:00.661"/>
    </inkml:context>
    <inkml:brush xml:id="br0">
      <inkml:brushProperty name="width" value="0.05" units="cm"/>
      <inkml:brushProperty name="height" value="0.05" units="cm"/>
      <inkml:brushProperty name="ignorePressure" value="1"/>
    </inkml:brush>
  </inkml:definitions>
  <inkml:trace contextRef="#ctx0" brushRef="#br0">312 11,'0'0,"0"0,0 0,0 0,-2-2,-4-2,-1-1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30T10:24:26.722"/>
    </inkml:context>
    <inkml:brush xml:id="br0">
      <inkml:brushProperty name="width" value="0.05" units="cm"/>
      <inkml:brushProperty name="height" value="0.05" units="cm"/>
      <inkml:brushProperty name="ignorePressure" value="1"/>
    </inkml:brush>
  </inkml:definitions>
  <inkml:trace contextRef="#ctx0" brushRef="#br0">4400 1,'0'0,"0"1,-3 675,0-614,1 69,3-129,-1 3,0-1,0 0,1 1,-1-1,1 0,1 0,-1 0,0 1,1-1,0-1,0 1,0 0,0 0,3 2,5-2,-2-6</inkml:trace>
  <inkml:trace contextRef="#ctx0" brushRef="#br0" timeOffset="502.902">5290 63,'7'6,"25"26,-2 1,-1 2,-1 1,-3 1,15 28,-25-41,-2 0,-1 0,-1 2,0-1,-3 1,0 1,-1 0,-2 0,-1 0,0 0,-3 1,0 9,-2-27,0 1,0-1,-2 0,1 0,-1 0,0 0,-1-1,0 1,-1-1,0 0,0 0,-1-1,0 1,0-1,-1-1,0 1,-1-1,0 0,0-1,0 0,-9 5,4-4,-1-1,1-1,-1 0,0-1,-1-1,1 0,0 0,-1-2,0 0,1 0,-1-2,1 0,-1 0,-12-4,8 1,0 0,0-2,1 0,0-2,0 0,1 0,0-2,0 0,1-1,-14-12,19 12,0 1,1-2,0 1,1-2,1 1,0-1,0 0,1-1,1 1,0-1,1-1,1 1,0-1,1 0,0 0,2 0,-1 0,2 0,0 0,1 0,0 0,1 0,4-12,-4 11,2 1,0 0,0 0,2 0,-1 1,2 0,0 0,1 0,0 1,1 0,0 1,1 0,1 0,0 1,0 0,1 1,0 1,1 0,0 0,1 1,0 1,0 0,0 1,6-1,45-4,-5 7</inkml:trace>
  <inkml:trace contextRef="#ctx0" brushRef="#br0" timeOffset="-1306.034">2320 399,'-49'-14,"48"13,1 1,-1 0,0-1,1 1,-1-1,1 1,-1-1,1 0,0 1,-1-1,1 1,0-1,-1 0,1 1,0-1,0 0,-1 1,1-1,0 0,0 1,0-1,0 0,0 0,0 1,0-1,0 0,0 1,0-1,1 0,-1 0,0 1,0-1,1 0,-1 1,0-1,1 1,-1-1,1 0,19-23,-8 15,0 0,0 0,1 1,0 1,1 0,-1 1,1 0,0 1,1 1,-1 0,1 1,0 0,13 0,-2 2,0 1,1 0,-1 2,-1 1,1 1,0 2,15 4,-29-5,1-1,-1 1,0 1,0 0,-1 1,0 0,0 1,0 0,-1 1,-1 0,1 0,0 2,-4-4,-1 0,0 1,0-1,0 1,-1 0,0 0,-1 0,0 1,0-1,-1 1,0 0,0 0,-1-1,0 1,-1 0,0 0,0 0,-2 3,0-1,0 0,-2 0,1 0,-1 0,-1-1,0 1,-1-1,0-1,0 1,-1-1,0 0,0 0,-1-1,0 0,-1-1,-3 3,-9 5,0 0,-1-2,0 0,-1-2,0 0,-21 6,16-8,0-1,-1-1,1-1,-1-1,0-2,-1-1,1-1,0-2,0-1,-1-1,2-1,-17-6,35 8,0-1,0 0,0 0,0-1,1-1,0 1,0-2,0 1,1-1,-1 0,1-1,1 0,-1 0,1-1,1 0,-1 0,2-1,-1 1,1-1,0 0,1-1,0 1,1-2,1 1,1 0,0-1,0 1,1-1,0 0,1 1,0-1,1 1,0 0,1-1,0 1,0 0,1 1,0-1,2-1,5-10,2 0,0 1,1 1,1 0,0 1,13-11,7-2,1 0,39-23,-5 8</inkml:trace>
  <inkml:trace contextRef="#ctx0" brushRef="#br0" timeOffset="-769.288">3507 160,'7'5,"31"23,-1 2,-1 1,-2 2,2 4,-20-19,0 2,-1 0,-1 0,-1 1,-1 1,-1 0,-1 1,6 17,-13-30,0 0,0 0,-1 1,0-1,-1 1,0-1,-1 1,0-1,0 1,-1-1,-1 1,0-1,0 1,-1-1,0 0,-1 0,0-1,-1 1,0-1,0 0,-1 0,0 0,0-1,-1 0,0 0,-5 3,-2-1,-2 0,1-1,-1 0,-1-2,1 0,-1 0,-1-2,1 0,-1-1,0-1,1 0,-1-2,-1 0,1-1,0 0,0-2,0 0,0-1,1-1,-3-1,10 3,0 0,1-1,-1 0,1-1,0 0,0 0,0-1,1 0,-1 0,1-1,0 0,1-1,0 0,0 0,0 0,1-1,0 0,0 0,1-1,0 1,1-1,0 0,0-1,1 1,-1-6,4 2,1 0,0 0,1 0,0 0,1 0,1 1,0-1,0 1,1 0,1 0,0 0,1 1,0 0,1 0,0 1,0 0,1 0,1 1,0-1,14-13,1 2,1 0,1 2,1 0,0 2,1 1,1 2,1 1,0 1,0 1,1 2,0 1,1 2,-1 1,9 1,28 1</inkml:trace>
  <inkml:trace contextRef="#ctx0" brushRef="#br0" timeOffset="8306.731">2363 1215,'7'-3,"26"-10,0 2,1 0,0 3,1 0,0 3,18-1,-32 6,0 1,-1 0,1 2,0 0,-1 2,0 0,0 1,0 1,-1 1,8 5,-17-8,0 1,-1-1,1 2,-1-1,-1 1,1 1,-1 0,-1 0,0 0,0 1,0 0,-1 0,0 1,-1-1,0 1,-1 1,0-1,0 1,-1-1,0 4,-2-3,0 0,0-1,-1 1,-1 0,0-1,0 1,-1 0,-1-1,0 0,0 1,-1-1,0-1,-1 1,0 0,0-1,-1 0,0 0,-3 2,-7 8,-1 0,-1-2,-1 1,0-2,-1-1,-1 0,-6 2,-4 1,0-1,-2-1,1-2,-2-1,0-2,0-1,-1-2,0-1,0-2,-1-1,1-2,-1-1,-23-4,44 1,0 0,1-1,-1-1,1 0,-1-1,2-1,-1 0,0 0,1-2,-4-2,11 5,0 0,0 0,0 0,0 0,1-1,0 0,0 0,1-1,0 1,0-1,0 0,1 0,0 0,0-1,1 1,0-1,0 1,0-1,1 0,0-3,3-6,0 0,0 0,2 0,0 1,1-1,1 1,0 0,1 1,1 0,0 0,1 0,1 1,0 0,1 1,0 1,1-1,0 2,10-8,3-1,1 2,0 0,1 2,3-1,33-14</inkml:trace>
  <inkml:trace contextRef="#ctx0" brushRef="#br0" timeOffset="9412.728">3473 1246,'6'-5,"3"-3,1 0,1 1,-1 0,1 0,0 1,1 1,0 0,0 0,0 1,0 1,0 0,1 0,0 2,-1-1,1 2,0 0,0 0,-1 1,1 0,6 3,-2 0,0 1,0 1,0 1,-1 0,-1 1,1 1,-1 0,0 1,-1 1,5 5,-13-11,0 0,-1 0,0 0,0 1,0 0,-1 0,0 0,0 1,0-1,-1 1,0 0,-1 0,1 0,-1 0,-1 0,1 1,-1-1,0 1,-1-1,0 1,0-1,-1 1,0-1,0 0,0 1,-1-1,0 0,-1 0,0 0,0 1,-4 4,0-1,0 1,-1-1,-1-1,0 0,0 0,-1 0,0-1,0-1,-1 0,-1 0,-2 0,-11 6,0-1,-2-1,1-2,-1 0,-10 1,-1-2,0-1,-1-2,0-1,-39-1,63-4,0-1,1 0,-1-1,0 0,1-1,-1-1,1-1,-9-3,19 6,-1 0,0-1,1 1,-1-1,1 0,0 0,0 0,0 0,0-1,1 0,-1 0,1 0,0 0,0 0,1-1,-1 1,1-1,0 0,0 0,1 1,-1-1,1 0,0-1,0 1,1 0,-1 0,2-3,-1 0,1 1,1-1,-1 0,1 1,0-1,1 1,0-1,0 1,1 0,-1 1,2-1,-1 1,3-3,4-5,1 1,0 0,1 0,1 2,12-9,4 1,1 1,0 1,2 3,-1 0,2 2,0 1,0 2,34-4,6 0</inkml:trace>
  <inkml:trace contextRef="#ctx0" brushRef="#br0" timeOffset="9941.688">4530 1171,'0'9,"-22"496,22-436,3-1,7 31,-9-92,1 1,-1-1,1 0,1 0,0 1,0-2,0 1,1 0,1 1,-4-6,0 0,1 0,-1 0,1 0,0-1,0 1,0-1,-1 1,1-1,1 1,-1-1,0 0,0 0,0 0,1 0,-1-1,0 1,1-1,-1 1,1-1,-1 0,0 0,1 0,-1 0,1 0,-1 0,1-1,-1 1,3-2,2-1,0 0,-1-1,1 1,0-2,-1 1,0-1,0 0,-1 0,1-1,25-25</inkml:trace>
  <inkml:trace contextRef="#ctx0" brushRef="#br0" timeOffset="10253.881">5371 1029,'0'0,"0"0,0 0,0 6,0 11,0 14,0 15,0 12,0 11,0 10,0 8,0 8,1 10,3 8,4 1,6-2,4-12,-1-22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30T10:24:47.939"/>
    </inkml:context>
    <inkml:brush xml:id="br0">
      <inkml:brushProperty name="width" value="0.05" units="cm"/>
      <inkml:brushProperty name="height" value="0.05" units="cm"/>
      <inkml:brushProperty name="ignorePressure" value="1"/>
    </inkml:brush>
  </inkml:definitions>
  <inkml:trace contextRef="#ctx0" brushRef="#br0">1 1,'23'7,"62"15,1-4,0-3,2-4,45-2,357-10,-320-3,1584-4,-857 9,835 14,-1577-9,69 14,-193-16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30T10:25:05.658"/>
    </inkml:context>
    <inkml:brush xml:id="br0">
      <inkml:brushProperty name="width" value="0.05" units="cm"/>
      <inkml:brushProperty name="height" value="0.05" units="cm"/>
      <inkml:brushProperty name="ignorePressure" value="1"/>
    </inkml:brush>
  </inkml:definitions>
  <inkml:trace contextRef="#ctx0" brushRef="#br0">148 354,'0'0,"0"0,5-4,14-14,1 2,1 0,1 1,0 2,0 0,2 1,-1 1,2 2,-1 0,1 1,0 2,1 0,22-1,-17 5,1 0,-1 2,1 1,-1 1,0 2,0 2,0 0,0 2,12 6,-24-7,-2 0,1 1,-1 1,0 0,-1 2,0 0,0 0,-2 2,1 0,-2 0,1 1,-2 1,0 0,-1 1,9 17,-13-20,-2 0,1 0,-2 1,0 0,0 0,-1 0,-1 1,-1-1,0 1,0-1,-2 1,0-1,0 1,-2-1,0 2,-2 6,-2-1,0 1,-2-2,0 1,-1-1,-1-1,-1 0,0 0,-10 9,-10 8,-2-1,-1-2,-2-2,-1-1,-1-1,-2-3,0-1,-2-2,0-2,-2-2,-22 5,30-11,-1-2,1-2,-28 3,50-10,0-1,0 0,-1-1,1 0,0-2,0 1,0-2,0 0,1-1,-13-5,18 5,0-1,0 0,1 0,0-1,0 0,0 0,1-1,0 0,0 0,1-1,0 0,0 0,1 0,0-1,0 0,1 0,0 0,1 0,0-1,-1-3,-1-8,2 0,0 0,0-1,2 1,1-1,1 0,1 1,4-20,2 6,1 1,3 0,0 1,2 0,2 1,1 1,1 0,1 2,2 0,1 1,1 1,2 1,0 1,2 2,0 0,2 2,24-13,15-8</inkml:trace>
  <inkml:trace contextRef="#ctx0" brushRef="#br0" timeOffset="769.505">1598 230,'8'-3,"52"-13,1 2,0 2,0 3,1 3,0 3,8 2,-48 3,0 0,-1 1,1 0,-1 2,0 1,0 1,0 0,5 4,-16-6,0 1,0 0,0 0,-1 1,0 0,0 0,0 1,-1 0,0 1,-1 0,0 0,-1 1,1-1,-2 1,0 1,2 4,-3-3,0 0,-1 1,-1-1,0 1,-1-1,0 1,-1-1,-1 1,0-1,0 1,-1-1,-1 1,0-1,-1 0,0 0,0 0,-6 8,-4 6,-1 0,0-2,-2 0,-1-1,-1 0,-1-2,-6 5,-18 13,-1-2,-2-1,-1-3,-2-2,-1-2,-2-2,0-3,-36 11,74-30,-1 0,0-1,0-1,0 0,0-1,0-1,0-1,-3 0,12 0,0-1,0 0,1 0,-1-1,1 0,-1 0,1 0,0-1,0 0,0 0,0 0,0-1,1 0,-1 0,1-1,0 1,0-1,1 0,0-1,-3-3,2 0,-1-2,1 1,1-1,0 0,1 0,0 0,0 0,1 0,1-1,0 1,0 0,1-1,1 1,0-1,2-10,2-4,1 0,1 1,1 0,2 1,0-1,8-11,14-18,3 1,2 2,3 2,1 1,3 2,33-26,-2 4</inkml:trace>
  <inkml:trace contextRef="#ctx0" brushRef="#br0" timeOffset="1210.917">2745 1,'14'157,"-5"-88,11 196,-11 74,-7-237,12 85,-13-176,-1-5,1 0,-1-1,1 1,1 0,-1 0,1-1,0 1,0-1,0 1,1-1,0 0,0 0,0 0,3 3,-5-7,0 0,0-1,1 1,-1 0,1 0,-1-1,1 1,-1-1,1 1,-1-1,1 1,-1-1,1 0,0 0,-1 0,1 0,0 0,-1 0,1 0,-1-1,1 1,-1-1,1 1,-1-1,1 1,-1-1,1 0,-1 0,0 0,1 0,-1 0,0 0,1 0,37-41,-16 10</inkml:trace>
  <inkml:trace contextRef="#ctx0" brushRef="#br0" timeOffset="1715.226">3516 135,'21'-6,"-7"1,0 1,1 0,-1 1,1 0,0 2,0-1,-1 2,1 0,0 1,0 0,0 2,-1-1,10 4,-7 2,0 1,-1 1,0 1,0 0,-1 1,-1 0,0 2,0-1,-2 2,0-1,0 2,-2 0,0 0,0 1,-2 0,0 0,2 9,-3-9,-1 1,-1 0,0 0,-1 0,-1 1,-1-1,-1 1,-1 0,0-1,-1 1,-1 0,-1-1,0 1,-2-1,0 0,-1 0,0-1,-2 0,0 0,-1-1,-1 0,0 0,-1-1,-7 8,4-9,0 0,-1-1,-1 0,0-1,0-1,-1 0,-1-2,0 0,0-1,-1 0,0-2,0 0,-8 1,13-4,-1-1,1 0,-1-1,1-1,0 0,-1-1,1-1,-1 0,1-1,0 0,0-1,1-1,-1 0,1 0,0-2,0 0,1 0,-10-8,10 5,1 1,1-2,0 1,0-1,1-1,1 0,0 0,0 0,1-1,1-1,0 1,1-1,0 0,2 0,-1 0,1 0,1-2,0-2,1-1,1 1,0-1,1 1,1-1,1 1,1-1,0 1,2 0,0 1,0-1,2 1,2-4,4-2,1 1,1 0,1 1,1 1,0 1,2 0,0 1,1 1,1 1,0 1,16-7,27-13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0B79F9D-5E37-4B50-838D-19BFBE9BC24B}"/>
              </a:ext>
            </a:extLst>
          </p:cNvPr>
          <p:cNvSpPr>
            <a:spLocks noGrp="1"/>
          </p:cNvSpPr>
          <p:nvPr>
            <p:ph type="hdr" sz="quarter"/>
          </p:nvPr>
        </p:nvSpPr>
        <p:spPr>
          <a:xfrm>
            <a:off x="0" y="0"/>
            <a:ext cx="3038475" cy="465138"/>
          </a:xfrm>
          <a:prstGeom prst="rect">
            <a:avLst/>
          </a:prstGeom>
        </p:spPr>
        <p:txBody>
          <a:bodyPr vert="horz" lIns="93177" tIns="46589" rIns="93177" bIns="46589" rtlCol="0"/>
          <a:lstStyle>
            <a:lvl1pPr algn="l" eaLnBrk="1" fontAlgn="auto" hangingPunct="1">
              <a:spcBef>
                <a:spcPts val="0"/>
              </a:spcBef>
              <a:spcAft>
                <a:spcPts val="0"/>
              </a:spcAft>
              <a:defRPr sz="1200">
                <a:latin typeface="+mn-lt"/>
                <a:cs typeface="+mn-cs"/>
              </a:defRPr>
            </a:lvl1pPr>
          </a:lstStyle>
          <a:p>
            <a:pPr>
              <a:defRPr/>
            </a:pPr>
            <a:endParaRPr lang="en-GB"/>
          </a:p>
        </p:txBody>
      </p:sp>
      <p:sp>
        <p:nvSpPr>
          <p:cNvPr id="3" name="Date Placeholder 2">
            <a:extLst>
              <a:ext uri="{FF2B5EF4-FFF2-40B4-BE49-F238E27FC236}">
                <a16:creationId xmlns:a16="http://schemas.microsoft.com/office/drawing/2014/main" id="{2317302B-743A-4EED-B8A8-E1433972BA11}"/>
              </a:ext>
            </a:extLst>
          </p:cNvPr>
          <p:cNvSpPr>
            <a:spLocks noGrp="1"/>
          </p:cNvSpPr>
          <p:nvPr>
            <p:ph type="dt" idx="1"/>
          </p:nvPr>
        </p:nvSpPr>
        <p:spPr>
          <a:xfrm>
            <a:off x="3970338" y="0"/>
            <a:ext cx="3038475" cy="465138"/>
          </a:xfrm>
          <a:prstGeom prst="rect">
            <a:avLst/>
          </a:prstGeom>
        </p:spPr>
        <p:txBody>
          <a:bodyPr vert="horz" lIns="93177" tIns="46589" rIns="93177" bIns="46589" rtlCol="0"/>
          <a:lstStyle>
            <a:lvl1pPr algn="r" eaLnBrk="1" fontAlgn="auto" hangingPunct="1">
              <a:spcBef>
                <a:spcPts val="0"/>
              </a:spcBef>
              <a:spcAft>
                <a:spcPts val="0"/>
              </a:spcAft>
              <a:defRPr sz="1200">
                <a:latin typeface="+mn-lt"/>
                <a:cs typeface="+mn-cs"/>
              </a:defRPr>
            </a:lvl1pPr>
          </a:lstStyle>
          <a:p>
            <a:pPr>
              <a:defRPr/>
            </a:pPr>
            <a:fld id="{B2993467-DB48-4CCC-88AA-E6973627A741}" type="datetimeFigureOut">
              <a:rPr lang="en-GB"/>
              <a:pPr>
                <a:defRPr/>
              </a:pPr>
              <a:t>30/07/2026</a:t>
            </a:fld>
            <a:endParaRPr lang="en-GB"/>
          </a:p>
        </p:txBody>
      </p:sp>
      <p:sp>
        <p:nvSpPr>
          <p:cNvPr id="4" name="Slide Image Placeholder 3">
            <a:extLst>
              <a:ext uri="{FF2B5EF4-FFF2-40B4-BE49-F238E27FC236}">
                <a16:creationId xmlns:a16="http://schemas.microsoft.com/office/drawing/2014/main" id="{FA98A7E8-10F2-482E-8C0B-25147F109C68}"/>
              </a:ext>
            </a:extLst>
          </p:cNvPr>
          <p:cNvSpPr>
            <a:spLocks noGrp="1" noRot="1" noChangeAspect="1"/>
          </p:cNvSpPr>
          <p:nvPr>
            <p:ph type="sldImg" idx="2"/>
          </p:nvPr>
        </p:nvSpPr>
        <p:spPr>
          <a:xfrm>
            <a:off x="404813" y="696913"/>
            <a:ext cx="6200775" cy="3486150"/>
          </a:xfrm>
          <a:prstGeom prst="rect">
            <a:avLst/>
          </a:prstGeom>
          <a:noFill/>
          <a:ln w="12700">
            <a:solidFill>
              <a:prstClr val="black"/>
            </a:solidFill>
          </a:ln>
        </p:spPr>
        <p:txBody>
          <a:bodyPr vert="horz" lIns="93177" tIns="46589" rIns="93177" bIns="46589" rtlCol="0" anchor="ctr"/>
          <a:lstStyle/>
          <a:p>
            <a:pPr lvl="0"/>
            <a:endParaRPr lang="en-GB" noProof="0"/>
          </a:p>
        </p:txBody>
      </p:sp>
      <p:sp>
        <p:nvSpPr>
          <p:cNvPr id="5" name="Notes Placeholder 4">
            <a:extLst>
              <a:ext uri="{FF2B5EF4-FFF2-40B4-BE49-F238E27FC236}">
                <a16:creationId xmlns:a16="http://schemas.microsoft.com/office/drawing/2014/main" id="{49D5FC26-E36A-4E2D-B57A-465C1891B1A4}"/>
              </a:ext>
            </a:extLst>
          </p:cNvPr>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a:extLst>
              <a:ext uri="{FF2B5EF4-FFF2-40B4-BE49-F238E27FC236}">
                <a16:creationId xmlns:a16="http://schemas.microsoft.com/office/drawing/2014/main" id="{FDDB8A25-BD73-442D-9E2D-155E010D7B99}"/>
              </a:ext>
            </a:extLst>
          </p:cNvPr>
          <p:cNvSpPr>
            <a:spLocks noGrp="1"/>
          </p:cNvSpPr>
          <p:nvPr>
            <p:ph type="ftr" sz="quarter" idx="4"/>
          </p:nvPr>
        </p:nvSpPr>
        <p:spPr>
          <a:xfrm>
            <a:off x="0" y="8829675"/>
            <a:ext cx="3038475" cy="465138"/>
          </a:xfrm>
          <a:prstGeom prst="rect">
            <a:avLst/>
          </a:prstGeom>
        </p:spPr>
        <p:txBody>
          <a:bodyPr vert="horz" lIns="93177" tIns="46589" rIns="93177" bIns="46589" rtlCol="0" anchor="b"/>
          <a:lstStyle>
            <a:lvl1pPr algn="l" eaLnBrk="1" fontAlgn="auto" hangingPunct="1">
              <a:spcBef>
                <a:spcPts val="0"/>
              </a:spcBef>
              <a:spcAft>
                <a:spcPts val="0"/>
              </a:spcAft>
              <a:defRPr sz="1200">
                <a:latin typeface="+mn-lt"/>
                <a:cs typeface="+mn-cs"/>
              </a:defRPr>
            </a:lvl1pPr>
          </a:lstStyle>
          <a:p>
            <a:pPr>
              <a:defRPr/>
            </a:pPr>
            <a:endParaRPr lang="en-GB"/>
          </a:p>
        </p:txBody>
      </p:sp>
      <p:sp>
        <p:nvSpPr>
          <p:cNvPr id="7" name="Slide Number Placeholder 6">
            <a:extLst>
              <a:ext uri="{FF2B5EF4-FFF2-40B4-BE49-F238E27FC236}">
                <a16:creationId xmlns:a16="http://schemas.microsoft.com/office/drawing/2014/main" id="{D43A429D-AE19-4D09-A8D4-6AC95713C8E9}"/>
              </a:ext>
            </a:extLst>
          </p:cNvPr>
          <p:cNvSpPr>
            <a:spLocks noGrp="1"/>
          </p:cNvSpPr>
          <p:nvPr>
            <p:ph type="sldNum" sz="quarter" idx="5"/>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vl1pPr>
          </a:lstStyle>
          <a:p>
            <a:pPr>
              <a:defRPr/>
            </a:pPr>
            <a:fld id="{4771BDC6-600B-4E6E-A170-D0F9054E94E4}"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9638AB95-D793-4466-8E69-1D774776B97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BB6B23C1-8260-45D6-AB19-083414547BC9}" type="slidenum">
              <a:rPr lang="en-US" altLang="en-US" smtClean="0">
                <a:latin typeface="Arial" panose="020B0604020202020204" pitchFamily="34" charset="0"/>
              </a:rPr>
              <a:pPr/>
              <a:t>1</a:t>
            </a:fld>
            <a:endParaRPr lang="en-US" altLang="en-US">
              <a:latin typeface="Arial" panose="020B0604020202020204" pitchFamily="34" charset="0"/>
            </a:endParaRPr>
          </a:p>
        </p:txBody>
      </p:sp>
      <p:sp>
        <p:nvSpPr>
          <p:cNvPr id="9219" name="Rectangle 2">
            <a:extLst>
              <a:ext uri="{FF2B5EF4-FFF2-40B4-BE49-F238E27FC236}">
                <a16:creationId xmlns:a16="http://schemas.microsoft.com/office/drawing/2014/main" id="{82840114-BC5F-4417-959C-57777205303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0" name="Rectangle 3">
            <a:extLst>
              <a:ext uri="{FF2B5EF4-FFF2-40B4-BE49-F238E27FC236}">
                <a16:creationId xmlns:a16="http://schemas.microsoft.com/office/drawing/2014/main" id="{23AB9EF9-8243-4577-A348-58CBCFFEB51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771BDC6-600B-4E6E-A170-D0F9054E94E4}" type="slidenum">
              <a:rPr lang="en-GB" altLang="en-US" smtClean="0"/>
              <a:pPr>
                <a:defRPr/>
              </a:pPr>
              <a:t>27</a:t>
            </a:fld>
            <a:endParaRPr lang="en-GB" altLang="en-US"/>
          </a:p>
        </p:txBody>
      </p:sp>
    </p:spTree>
    <p:extLst>
      <p:ext uri="{BB962C8B-B14F-4D97-AF65-F5344CB8AC3E}">
        <p14:creationId xmlns:p14="http://schemas.microsoft.com/office/powerpoint/2010/main" val="3623596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771BDC6-600B-4E6E-A170-D0F9054E94E4}" type="slidenum">
              <a:rPr lang="en-GB" altLang="en-US" smtClean="0"/>
              <a:pPr>
                <a:defRPr/>
              </a:pPr>
              <a:t>28</a:t>
            </a:fld>
            <a:endParaRPr lang="en-GB" altLang="en-US"/>
          </a:p>
        </p:txBody>
      </p:sp>
    </p:spTree>
    <p:extLst>
      <p:ext uri="{BB962C8B-B14F-4D97-AF65-F5344CB8AC3E}">
        <p14:creationId xmlns:p14="http://schemas.microsoft.com/office/powerpoint/2010/main" val="2222881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771BDC6-600B-4E6E-A170-D0F9054E94E4}" type="slidenum">
              <a:rPr lang="en-GB" altLang="en-US" smtClean="0"/>
              <a:pPr>
                <a:defRPr/>
              </a:pPr>
              <a:t>29</a:t>
            </a:fld>
            <a:endParaRPr lang="en-GB" altLang="en-US"/>
          </a:p>
        </p:txBody>
      </p:sp>
    </p:spTree>
    <p:extLst>
      <p:ext uri="{BB962C8B-B14F-4D97-AF65-F5344CB8AC3E}">
        <p14:creationId xmlns:p14="http://schemas.microsoft.com/office/powerpoint/2010/main" val="12622050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771BDC6-600B-4E6E-A170-D0F9054E94E4}" type="slidenum">
              <a:rPr lang="en-GB" altLang="en-US" smtClean="0"/>
              <a:pPr>
                <a:defRPr/>
              </a:pPr>
              <a:t>30</a:t>
            </a:fld>
            <a:endParaRPr lang="en-GB" altLang="en-US"/>
          </a:p>
        </p:txBody>
      </p:sp>
    </p:spTree>
    <p:extLst>
      <p:ext uri="{BB962C8B-B14F-4D97-AF65-F5344CB8AC3E}">
        <p14:creationId xmlns:p14="http://schemas.microsoft.com/office/powerpoint/2010/main" val="2043507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771BDC6-600B-4E6E-A170-D0F9054E94E4}" type="slidenum">
              <a:rPr lang="en-GB" altLang="en-US" smtClean="0"/>
              <a:pPr>
                <a:defRPr/>
              </a:pPr>
              <a:t>31</a:t>
            </a:fld>
            <a:endParaRPr lang="en-GB" altLang="en-US"/>
          </a:p>
        </p:txBody>
      </p:sp>
    </p:spTree>
    <p:extLst>
      <p:ext uri="{BB962C8B-B14F-4D97-AF65-F5344CB8AC3E}">
        <p14:creationId xmlns:p14="http://schemas.microsoft.com/office/powerpoint/2010/main" val="3958949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771BDC6-600B-4E6E-A170-D0F9054E94E4}" type="slidenum">
              <a:rPr lang="en-GB" altLang="en-US" smtClean="0"/>
              <a:pPr>
                <a:defRPr/>
              </a:pPr>
              <a:t>32</a:t>
            </a:fld>
            <a:endParaRPr lang="en-GB" altLang="en-US"/>
          </a:p>
        </p:txBody>
      </p:sp>
    </p:spTree>
    <p:extLst>
      <p:ext uri="{BB962C8B-B14F-4D97-AF65-F5344CB8AC3E}">
        <p14:creationId xmlns:p14="http://schemas.microsoft.com/office/powerpoint/2010/main" val="1495185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771BDC6-600B-4E6E-A170-D0F9054E94E4}" type="slidenum">
              <a:rPr lang="en-GB" altLang="en-US" smtClean="0"/>
              <a:pPr>
                <a:defRPr/>
              </a:pPr>
              <a:t>33</a:t>
            </a:fld>
            <a:endParaRPr lang="en-GB" altLang="en-US"/>
          </a:p>
        </p:txBody>
      </p:sp>
    </p:spTree>
    <p:extLst>
      <p:ext uri="{BB962C8B-B14F-4D97-AF65-F5344CB8AC3E}">
        <p14:creationId xmlns:p14="http://schemas.microsoft.com/office/powerpoint/2010/main" val="21876513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2" descr="C:\Users\Ours\Desktop\flash\c.u..jpg">
            <a:extLst>
              <a:ext uri="{FF2B5EF4-FFF2-40B4-BE49-F238E27FC236}">
                <a16:creationId xmlns:a16="http://schemas.microsoft.com/office/drawing/2014/main" id="{0A7D89B1-BEA8-4840-B9F2-64B916447397}"/>
              </a:ext>
            </a:extLst>
          </p:cNvPr>
          <p:cNvPicPr>
            <a:picLocks noChangeAspect="1" noChangeArrowheads="1"/>
          </p:cNvPicPr>
          <p:nvPr userDrawn="1"/>
        </p:nvPicPr>
        <p:blipFill>
          <a:blip r:embed="rId2" cstate="print">
            <a:duotone>
              <a:prstClr val="black"/>
              <a:srgbClr val="800080">
                <a:alpha val="78824"/>
                <a:tint val="45000"/>
                <a:satMod val="400000"/>
              </a:srgbClr>
            </a:duotone>
          </a:blip>
          <a:srcRect t="-169" b="15477"/>
          <a:stretch>
            <a:fillRect/>
          </a:stretch>
        </p:blipFill>
        <p:spPr bwMode="auto">
          <a:xfrm>
            <a:off x="2" y="-54768"/>
            <a:ext cx="12281948" cy="6912768"/>
          </a:xfrm>
          <a:prstGeom prst="rect">
            <a:avLst/>
          </a:prstGeom>
          <a:noFill/>
        </p:spPr>
      </p:pic>
      <p:pic>
        <p:nvPicPr>
          <p:cNvPr id="5" name="Picture 2" descr="C:\Users\Ours\Desktop\my stuffs\1 NTFS_000\LostFiles2\INSPIRATION\PROJECTS\MIND PROJECTS\cu_logo.png">
            <a:extLst>
              <a:ext uri="{FF2B5EF4-FFF2-40B4-BE49-F238E27FC236}">
                <a16:creationId xmlns:a16="http://schemas.microsoft.com/office/drawing/2014/main" id="{44775B3E-FA29-4A7E-933B-C9B2A376A5C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41375" y="569913"/>
            <a:ext cx="74295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40ACF20D-D775-4125-AA41-DB109F9ECEE9}"/>
              </a:ext>
            </a:extLst>
          </p:cNvPr>
          <p:cNvSpPr txBox="1">
            <a:spLocks noChangeArrowheads="1"/>
          </p:cNvSpPr>
          <p:nvPr userDrawn="1"/>
        </p:nvSpPr>
        <p:spPr bwMode="auto">
          <a:xfrm>
            <a:off x="9002713" y="0"/>
            <a:ext cx="3232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1" hangingPunct="1">
              <a:defRPr/>
            </a:pPr>
            <a:r>
              <a:rPr lang="en-US"/>
              <a:t>www.covenantuniversity.edu.ng</a:t>
            </a:r>
            <a:endParaRPr lang="en-GB"/>
          </a:p>
        </p:txBody>
      </p:sp>
      <p:pic>
        <p:nvPicPr>
          <p:cNvPr id="7" name="Picture 2" descr="C:\Users\Ours\Desktop\Picture3.png">
            <a:extLst>
              <a:ext uri="{FF2B5EF4-FFF2-40B4-BE49-F238E27FC236}">
                <a16:creationId xmlns:a16="http://schemas.microsoft.com/office/drawing/2014/main" id="{2C6A8274-48FD-4C8B-8762-CADA886040FC}"/>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344613" y="569913"/>
            <a:ext cx="4608512" cy="74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61C06D87-1A62-4868-9FF9-2A8ACBCF3A4A}"/>
              </a:ext>
            </a:extLst>
          </p:cNvPr>
          <p:cNvSpPr txBox="1">
            <a:spLocks noChangeArrowheads="1"/>
          </p:cNvSpPr>
          <p:nvPr userDrawn="1"/>
        </p:nvSpPr>
        <p:spPr bwMode="auto">
          <a:xfrm>
            <a:off x="1633538" y="1074738"/>
            <a:ext cx="32194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1" hangingPunct="1">
              <a:defRPr/>
            </a:pPr>
            <a:r>
              <a:rPr lang="en-US" sz="1600">
                <a:solidFill>
                  <a:srgbClr val="662C5B"/>
                </a:solidFill>
              </a:rPr>
              <a:t>Raising a new Generation of Leaders</a:t>
            </a:r>
            <a:endParaRPr lang="en-GB" sz="1600">
              <a:solidFill>
                <a:srgbClr val="662C5B"/>
              </a:solidFill>
            </a:endParaRPr>
          </a:p>
        </p:txBody>
      </p:sp>
      <p:sp>
        <p:nvSpPr>
          <p:cNvPr id="2" name="Title 1"/>
          <p:cNvSpPr>
            <a:spLocks noGrp="1"/>
          </p:cNvSpPr>
          <p:nvPr>
            <p:ph type="ctrTitle"/>
          </p:nvPr>
        </p:nvSpPr>
        <p:spPr>
          <a:xfrm>
            <a:off x="914403" y="1844828"/>
            <a:ext cx="10366375" cy="2448271"/>
          </a:xfrm>
          <a:solidFill>
            <a:srgbClr val="660033">
              <a:alpha val="61961"/>
            </a:srgbClr>
          </a:solidFill>
        </p:spPr>
        <p:txBody>
          <a:bodyPr>
            <a:noAutofit/>
          </a:bodyPr>
          <a:lstStyle>
            <a:lvl1pPr>
              <a:defRPr sz="5400" b="0">
                <a:solidFill>
                  <a:schemeClr val="bg1"/>
                </a:solidFill>
                <a:latin typeface="Rockwell" pitchFamily="18" charset="0"/>
              </a:defRPr>
            </a:lvl1pPr>
          </a:lstStyle>
          <a:p>
            <a:r>
              <a:rPr lang="en-US" dirty="0"/>
              <a:t>Click to edit Master title style</a:t>
            </a:r>
            <a:endParaRPr lang="en-GB" dirty="0"/>
          </a:p>
        </p:txBody>
      </p:sp>
      <p:sp>
        <p:nvSpPr>
          <p:cNvPr id="3" name="Subtitle 2"/>
          <p:cNvSpPr>
            <a:spLocks noGrp="1"/>
          </p:cNvSpPr>
          <p:nvPr>
            <p:ph type="subTitle" idx="1"/>
          </p:nvPr>
        </p:nvSpPr>
        <p:spPr>
          <a:xfrm>
            <a:off x="1828800" y="4509120"/>
            <a:ext cx="8537575" cy="1752600"/>
          </a:xfrm>
          <a:solidFill>
            <a:srgbClr val="FFFFFF">
              <a:alpha val="74118"/>
            </a:srgbClr>
          </a:solidFill>
        </p:spPr>
        <p:txBody>
          <a:bodyPr>
            <a:normAutofit/>
          </a:bodyPr>
          <a:lstStyle>
            <a:lvl1pPr marL="0" indent="0" algn="ctr">
              <a:buNone/>
              <a:defRPr sz="3600">
                <a:solidFill>
                  <a:schemeClr val="tx1"/>
                </a:solidFill>
                <a:latin typeface="Rockwell"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Tree>
    <p:extLst>
      <p:ext uri="{BB962C8B-B14F-4D97-AF65-F5344CB8AC3E}">
        <p14:creationId xmlns:p14="http://schemas.microsoft.com/office/powerpoint/2010/main" val="2329828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2" descr="C:\Users\Ours\Desktop\flash\c.u..jpg">
            <a:extLst>
              <a:ext uri="{FF2B5EF4-FFF2-40B4-BE49-F238E27FC236}">
                <a16:creationId xmlns:a16="http://schemas.microsoft.com/office/drawing/2014/main" id="{A4B4A76A-055E-4F85-9FB3-2B3A23E6C6D3}"/>
              </a:ext>
            </a:extLst>
          </p:cNvPr>
          <p:cNvPicPr>
            <a:picLocks noChangeAspect="1" noChangeArrowheads="1"/>
          </p:cNvPicPr>
          <p:nvPr userDrawn="1"/>
        </p:nvPicPr>
        <p:blipFill>
          <a:blip r:embed="rId2" cstate="print">
            <a:duotone>
              <a:prstClr val="black"/>
              <a:srgbClr val="800080">
                <a:alpha val="78824"/>
                <a:tint val="45000"/>
                <a:satMod val="400000"/>
              </a:srgbClr>
            </a:duotone>
          </a:blip>
          <a:srcRect t="-169" b="15477"/>
          <a:stretch>
            <a:fillRect/>
          </a:stretch>
        </p:blipFill>
        <p:spPr bwMode="auto">
          <a:xfrm>
            <a:off x="2" y="-54768"/>
            <a:ext cx="12281948" cy="6912768"/>
          </a:xfrm>
          <a:prstGeom prst="rect">
            <a:avLst/>
          </a:prstGeom>
          <a:noFill/>
        </p:spPr>
      </p:pic>
      <p:pic>
        <p:nvPicPr>
          <p:cNvPr id="5" name="Picture 2" descr="C:\Users\Ours\Desktop\my stuffs\1 NTFS_000\LostFiles2\INSPIRATION\PROJECTS\MIND PROJECTS\cu_logo.png">
            <a:extLst>
              <a:ext uri="{FF2B5EF4-FFF2-40B4-BE49-F238E27FC236}">
                <a16:creationId xmlns:a16="http://schemas.microsoft.com/office/drawing/2014/main" id="{544A2C1E-57B2-4927-B9E0-00C7EE522E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5113" y="549275"/>
            <a:ext cx="121602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A3ED459A-D781-4D1A-84EF-573C022D3102}"/>
              </a:ext>
            </a:extLst>
          </p:cNvPr>
          <p:cNvSpPr txBox="1">
            <a:spLocks noChangeArrowheads="1"/>
          </p:cNvSpPr>
          <p:nvPr userDrawn="1"/>
        </p:nvSpPr>
        <p:spPr bwMode="auto">
          <a:xfrm>
            <a:off x="1344613" y="1268413"/>
            <a:ext cx="39798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1" hangingPunct="1">
              <a:defRPr/>
            </a:pPr>
            <a:r>
              <a:rPr lang="en-US" sz="2000">
                <a:solidFill>
                  <a:srgbClr val="662C5B"/>
                </a:solidFill>
              </a:rPr>
              <a:t>Raising a new Generation of Leaders</a:t>
            </a:r>
            <a:endParaRPr lang="en-GB" sz="2000">
              <a:solidFill>
                <a:srgbClr val="662C5B"/>
              </a:solidFill>
            </a:endParaRPr>
          </a:p>
        </p:txBody>
      </p:sp>
      <p:sp>
        <p:nvSpPr>
          <p:cNvPr id="7" name="TextBox 6">
            <a:extLst>
              <a:ext uri="{FF2B5EF4-FFF2-40B4-BE49-F238E27FC236}">
                <a16:creationId xmlns:a16="http://schemas.microsoft.com/office/drawing/2014/main" id="{46FE72AC-3D37-4536-B7F2-4552B956D166}"/>
              </a:ext>
            </a:extLst>
          </p:cNvPr>
          <p:cNvSpPr txBox="1">
            <a:spLocks noChangeArrowheads="1"/>
          </p:cNvSpPr>
          <p:nvPr userDrawn="1"/>
        </p:nvSpPr>
        <p:spPr bwMode="auto">
          <a:xfrm>
            <a:off x="9002713" y="0"/>
            <a:ext cx="3232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1" hangingPunct="1">
              <a:defRPr/>
            </a:pPr>
            <a:r>
              <a:rPr lang="en-US"/>
              <a:t>www.covenantuniversity.edu.ng</a:t>
            </a:r>
            <a:endParaRPr lang="en-GB"/>
          </a:p>
        </p:txBody>
      </p:sp>
      <p:pic>
        <p:nvPicPr>
          <p:cNvPr id="8" name="Picture 2" descr="C:\Users\Ours\Desktop\Picture3.png">
            <a:extLst>
              <a:ext uri="{FF2B5EF4-FFF2-40B4-BE49-F238E27FC236}">
                <a16:creationId xmlns:a16="http://schemas.microsoft.com/office/drawing/2014/main" id="{A4BAFDBF-F1C0-4013-AE9B-2A049AC7C1BA}"/>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128713" y="692150"/>
            <a:ext cx="5065712"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ctrTitle"/>
          </p:nvPr>
        </p:nvSpPr>
        <p:spPr>
          <a:xfrm>
            <a:off x="914638" y="2204865"/>
            <a:ext cx="10365899" cy="2520280"/>
          </a:xfrm>
          <a:solidFill>
            <a:srgbClr val="CC3399">
              <a:alpha val="83137"/>
            </a:srgbClr>
          </a:solidFill>
        </p:spPr>
        <p:txBody>
          <a:bodyPr>
            <a:normAutofit/>
          </a:bodyPr>
          <a:lstStyle/>
          <a:p>
            <a:endParaRPr lang="en-GB" dirty="0"/>
          </a:p>
        </p:txBody>
      </p:sp>
      <p:sp>
        <p:nvSpPr>
          <p:cNvPr id="11" name="Subtitle 2"/>
          <p:cNvSpPr>
            <a:spLocks noGrp="1"/>
          </p:cNvSpPr>
          <p:nvPr>
            <p:ph type="subTitle" idx="1"/>
          </p:nvPr>
        </p:nvSpPr>
        <p:spPr>
          <a:xfrm>
            <a:off x="1705101" y="4869160"/>
            <a:ext cx="8536623" cy="1752600"/>
          </a:xfrm>
          <a:solidFill>
            <a:srgbClr val="FFFFFF">
              <a:alpha val="63137"/>
            </a:srgbClr>
          </a:solidFill>
        </p:spPr>
        <p:txBody>
          <a:bodyPr>
            <a:normAutofit/>
          </a:bodyPr>
          <a:lstStyle>
            <a:lvl1pPr algn="ctr">
              <a:buNone/>
              <a:defRPr sz="4000">
                <a:ln>
                  <a:noFill/>
                </a:ln>
                <a:solidFill>
                  <a:srgbClr val="002060"/>
                </a:solidFill>
              </a:defRPr>
            </a:lvl1pPr>
          </a:lstStyle>
          <a:p>
            <a:endParaRPr lang="en-GB" dirty="0"/>
          </a:p>
        </p:txBody>
      </p:sp>
    </p:spTree>
    <p:extLst>
      <p:ext uri="{BB962C8B-B14F-4D97-AF65-F5344CB8AC3E}">
        <p14:creationId xmlns:p14="http://schemas.microsoft.com/office/powerpoint/2010/main" val="218669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2" descr="C:\Users\Ours\Desktop\flash\c.u..jpg">
            <a:extLst>
              <a:ext uri="{FF2B5EF4-FFF2-40B4-BE49-F238E27FC236}">
                <a16:creationId xmlns:a16="http://schemas.microsoft.com/office/drawing/2014/main" id="{EB4647BC-0F7B-44AE-8F69-EF3DCC45F075}"/>
              </a:ext>
            </a:extLst>
          </p:cNvPr>
          <p:cNvPicPr>
            <a:picLocks noChangeAspect="1" noChangeArrowheads="1"/>
          </p:cNvPicPr>
          <p:nvPr userDrawn="1"/>
        </p:nvPicPr>
        <p:blipFill>
          <a:blip r:embed="rId2" cstate="print">
            <a:duotone>
              <a:prstClr val="black"/>
              <a:srgbClr val="800080">
                <a:alpha val="78824"/>
                <a:tint val="45000"/>
                <a:satMod val="400000"/>
              </a:srgbClr>
            </a:duotone>
          </a:blip>
          <a:srcRect t="41294" b="49226"/>
          <a:stretch>
            <a:fillRect/>
          </a:stretch>
        </p:blipFill>
        <p:spPr bwMode="auto">
          <a:xfrm>
            <a:off x="2" y="6309320"/>
            <a:ext cx="12281948" cy="773752"/>
          </a:xfrm>
          <a:prstGeom prst="rect">
            <a:avLst/>
          </a:prstGeom>
          <a:noFill/>
        </p:spPr>
      </p:pic>
      <p:sp>
        <p:nvSpPr>
          <p:cNvPr id="5" name="Slide Number Placeholder 5">
            <a:extLst>
              <a:ext uri="{FF2B5EF4-FFF2-40B4-BE49-F238E27FC236}">
                <a16:creationId xmlns:a16="http://schemas.microsoft.com/office/drawing/2014/main" id="{3AE913A6-68A6-40E5-9BA0-F19E207004F6}"/>
              </a:ext>
            </a:extLst>
          </p:cNvPr>
          <p:cNvSpPr txBox="1">
            <a:spLocks/>
          </p:cNvSpPr>
          <p:nvPr userDrawn="1"/>
        </p:nvSpPr>
        <p:spPr>
          <a:xfrm>
            <a:off x="10777538" y="6337300"/>
            <a:ext cx="1046162" cy="547688"/>
          </a:xfrm>
          <a:prstGeom prst="rect">
            <a:avLst/>
          </a:prstGeom>
          <a:solidFill>
            <a:srgbClr val="F7F7F7">
              <a:alpha val="45098"/>
            </a:srgbClr>
          </a:solidFill>
        </p:spPr>
        <p:txBody>
          <a:bodyPr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r" eaLnBrk="1" hangingPunct="1">
              <a:defRPr/>
            </a:pPr>
            <a:fld id="{793B32AC-026C-40E7-B915-E38B03E84EAC}" type="slidenum">
              <a:rPr lang="en-GB" altLang="en-US" sz="2800" b="1" smtClean="0">
                <a:solidFill>
                  <a:schemeClr val="bg1"/>
                </a:solidFill>
                <a:latin typeface="Georgia" panose="02040502050405020303" pitchFamily="18" charset="0"/>
              </a:rPr>
              <a:pPr algn="r" eaLnBrk="1" hangingPunct="1">
                <a:defRPr/>
              </a:pPr>
              <a:t>‹#›</a:t>
            </a:fld>
            <a:endParaRPr lang="en-GB" altLang="en-US" sz="2800" b="1">
              <a:solidFill>
                <a:schemeClr val="bg1"/>
              </a:solidFill>
              <a:latin typeface="Georgia" panose="02040502050405020303" pitchFamily="18" charset="0"/>
            </a:endParaRPr>
          </a:p>
        </p:txBody>
      </p:sp>
      <p:pic>
        <p:nvPicPr>
          <p:cNvPr id="6" name="Picture 2" descr="C:\Users\Ours\Desktop\my stuffs\1 NTFS_000\LostFiles2\INSPIRATION\PROJECTS\MIND PROJECTS\cu_logo.png">
            <a:extLst>
              <a:ext uri="{FF2B5EF4-FFF2-40B4-BE49-F238E27FC236}">
                <a16:creationId xmlns:a16="http://schemas.microsoft.com/office/drawing/2014/main" id="{D75095F6-4F4C-4323-AD4E-FADB37A809A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44463" y="6364288"/>
            <a:ext cx="623887"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C:\Users\Ours\Desktop\Picture1.png">
            <a:extLst>
              <a:ext uri="{FF2B5EF4-FFF2-40B4-BE49-F238E27FC236}">
                <a16:creationId xmlns:a16="http://schemas.microsoft.com/office/drawing/2014/main" id="{B5A37312-C4B3-44DF-872A-D4EA3DF1E518}"/>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52450" y="6316663"/>
            <a:ext cx="59769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7D5B8DC0-2D75-40CB-BC9F-167DF2162986}"/>
              </a:ext>
            </a:extLst>
          </p:cNvPr>
          <p:cNvSpPr txBox="1">
            <a:spLocks noChangeArrowheads="1"/>
          </p:cNvSpPr>
          <p:nvPr userDrawn="1"/>
        </p:nvSpPr>
        <p:spPr bwMode="auto">
          <a:xfrm>
            <a:off x="723900" y="6707188"/>
            <a:ext cx="221615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1" hangingPunct="1">
              <a:defRPr/>
            </a:pPr>
            <a:r>
              <a:rPr lang="en-US" sz="1200"/>
              <a:t>www.covenantuniversity.edu.ng</a:t>
            </a:r>
            <a:endParaRPr lang="en-GB" sz="1200"/>
          </a:p>
        </p:txBody>
      </p:sp>
      <p:cxnSp>
        <p:nvCxnSpPr>
          <p:cNvPr id="9" name="Straight Connector 8">
            <a:extLst>
              <a:ext uri="{FF2B5EF4-FFF2-40B4-BE49-F238E27FC236}">
                <a16:creationId xmlns:a16="http://schemas.microsoft.com/office/drawing/2014/main" id="{7019CEF6-8576-4CF7-B9BF-B55B80ADF7C0}"/>
              </a:ext>
            </a:extLst>
          </p:cNvPr>
          <p:cNvCxnSpPr/>
          <p:nvPr userDrawn="1"/>
        </p:nvCxnSpPr>
        <p:spPr>
          <a:xfrm flipV="1">
            <a:off x="8689975" y="1341438"/>
            <a:ext cx="1800225" cy="0"/>
          </a:xfrm>
          <a:prstGeom prst="line">
            <a:avLst/>
          </a:prstGeom>
          <a:ln w="28575">
            <a:solidFill>
              <a:srgbClr val="662C5B"/>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2CE2BBDD-D75F-4991-B216-EDB8450DF7BF}"/>
              </a:ext>
            </a:extLst>
          </p:cNvPr>
          <p:cNvCxnSpPr/>
          <p:nvPr userDrawn="1"/>
        </p:nvCxnSpPr>
        <p:spPr>
          <a:xfrm flipV="1">
            <a:off x="10526713" y="1341438"/>
            <a:ext cx="719137"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18F5C1DF-75E5-4719-894F-E7B1A0C08E04}"/>
              </a:ext>
            </a:extLst>
          </p:cNvPr>
          <p:cNvCxnSpPr/>
          <p:nvPr userDrawn="1"/>
        </p:nvCxnSpPr>
        <p:spPr>
          <a:xfrm flipV="1">
            <a:off x="11282363" y="1341438"/>
            <a:ext cx="719137"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a:xfrm>
            <a:off x="480963" y="153144"/>
            <a:ext cx="11714212" cy="1115616"/>
          </a:xfrm>
          <a:solidFill>
            <a:schemeClr val="bg1"/>
          </a:solidFill>
          <a:ln w="57150">
            <a:noFill/>
          </a:ln>
        </p:spPr>
        <p:txBody>
          <a:bodyPr>
            <a:normAutofit/>
          </a:bodyPr>
          <a:lstStyle>
            <a:lvl1pPr algn="l">
              <a:defRPr sz="4000" b="1">
                <a:solidFill>
                  <a:srgbClr val="FF0000"/>
                </a:solidFill>
                <a:latin typeface="Rockwell Condensed" pitchFamily="18" charset="0"/>
                <a:cs typeface="Times New Roman" pitchFamily="18" charset="0"/>
              </a:defRPr>
            </a:lvl1pPr>
          </a:lstStyle>
          <a:p>
            <a:r>
              <a:rPr lang="en-US"/>
              <a:t>Click to edit Master title style</a:t>
            </a:r>
            <a:endParaRPr lang="en-GB" dirty="0"/>
          </a:p>
        </p:txBody>
      </p:sp>
      <p:sp>
        <p:nvSpPr>
          <p:cNvPr id="3" name="Content Placeholder 2"/>
          <p:cNvSpPr>
            <a:spLocks noGrp="1"/>
          </p:cNvSpPr>
          <p:nvPr>
            <p:ph idx="1"/>
          </p:nvPr>
        </p:nvSpPr>
        <p:spPr>
          <a:xfrm>
            <a:off x="239412" y="1412776"/>
            <a:ext cx="11716352" cy="4824536"/>
          </a:xfrm>
          <a:solidFill>
            <a:schemeClr val="accent5">
              <a:lumMod val="40000"/>
              <a:lumOff val="60000"/>
            </a:schemeClr>
          </a:solidFill>
          <a:ln>
            <a:noFill/>
          </a:ln>
        </p:spPr>
        <p:txBody>
          <a:bodyPr>
            <a:normAutofit/>
          </a:bodyPr>
          <a:lstStyle>
            <a:lvl1pPr>
              <a:lnSpc>
                <a:spcPct val="100000"/>
              </a:lnSpc>
              <a:spcBef>
                <a:spcPts val="500"/>
              </a:spcBef>
              <a:spcAft>
                <a:spcPts val="500"/>
              </a:spcAft>
              <a:defRPr sz="2800">
                <a:latin typeface="Rockwell" pitchFamily="18" charset="0"/>
              </a:defRPr>
            </a:lvl1pPr>
            <a:lvl2pPr>
              <a:lnSpc>
                <a:spcPct val="100000"/>
              </a:lnSpc>
              <a:spcBef>
                <a:spcPts val="500"/>
              </a:spcBef>
              <a:spcAft>
                <a:spcPts val="500"/>
              </a:spcAft>
              <a:buFont typeface="Wingdings" pitchFamily="2" charset="2"/>
              <a:buChar char="§"/>
              <a:defRPr sz="2400">
                <a:solidFill>
                  <a:srgbClr val="7A0000"/>
                </a:solidFill>
                <a:latin typeface="Rockwell" pitchFamily="18" charset="0"/>
              </a:defRPr>
            </a:lvl2pPr>
            <a:lvl3pPr>
              <a:lnSpc>
                <a:spcPct val="100000"/>
              </a:lnSpc>
              <a:spcBef>
                <a:spcPts val="500"/>
              </a:spcBef>
              <a:spcAft>
                <a:spcPts val="500"/>
              </a:spcAft>
              <a:buFont typeface="Calibri" pitchFamily="34" charset="0"/>
              <a:buChar char="‒"/>
              <a:defRPr sz="2200">
                <a:solidFill>
                  <a:schemeClr val="accent4">
                    <a:lumMod val="50000"/>
                  </a:schemeClr>
                </a:solidFill>
                <a:latin typeface="Rockwell" pitchFamily="18" charset="0"/>
              </a:defRPr>
            </a:lvl3pPr>
            <a:lvl4pPr>
              <a:lnSpc>
                <a:spcPct val="100000"/>
              </a:lnSpc>
              <a:spcBef>
                <a:spcPts val="500"/>
              </a:spcBef>
              <a:spcAft>
                <a:spcPts val="500"/>
              </a:spcAft>
              <a:buFont typeface="Arial" pitchFamily="34" charset="0"/>
              <a:buChar char="•"/>
              <a:defRPr sz="2800">
                <a:latin typeface="Rockwell" pitchFamily="18" charset="0"/>
              </a:defRPr>
            </a:lvl4pPr>
            <a:lvl5pPr>
              <a:lnSpc>
                <a:spcPct val="100000"/>
              </a:lnSpc>
              <a:spcBef>
                <a:spcPts val="500"/>
              </a:spcBef>
              <a:spcAft>
                <a:spcPts val="500"/>
              </a:spcAft>
              <a:defRPr sz="2800">
                <a:latin typeface="Rockwell"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Date Placeholder 3">
            <a:extLst>
              <a:ext uri="{FF2B5EF4-FFF2-40B4-BE49-F238E27FC236}">
                <a16:creationId xmlns:a16="http://schemas.microsoft.com/office/drawing/2014/main" id="{E8A78A31-D892-43AD-9770-E65E2A1F0C34}"/>
              </a:ext>
            </a:extLst>
          </p:cNvPr>
          <p:cNvSpPr>
            <a:spLocks noGrp="1"/>
          </p:cNvSpPr>
          <p:nvPr>
            <p:ph type="dt" sz="half" idx="10"/>
          </p:nvPr>
        </p:nvSpPr>
        <p:spPr/>
        <p:txBody>
          <a:bodyPr/>
          <a:lstStyle>
            <a:lvl1pPr>
              <a:defRPr/>
            </a:lvl1pPr>
          </a:lstStyle>
          <a:p>
            <a:pPr>
              <a:defRPr/>
            </a:pPr>
            <a:fld id="{AE914102-C8D9-4C30-AA19-7413A8BD1842}" type="datetimeFigureOut">
              <a:rPr lang="en-GB"/>
              <a:pPr>
                <a:defRPr/>
              </a:pPr>
              <a:t>30/07/2026</a:t>
            </a:fld>
            <a:endParaRPr lang="en-GB"/>
          </a:p>
        </p:txBody>
      </p:sp>
      <p:sp>
        <p:nvSpPr>
          <p:cNvPr id="13" name="Footer Placeholder 4">
            <a:extLst>
              <a:ext uri="{FF2B5EF4-FFF2-40B4-BE49-F238E27FC236}">
                <a16:creationId xmlns:a16="http://schemas.microsoft.com/office/drawing/2014/main" id="{24CFE6AC-1C45-4ADB-8E2D-773AC1A00384}"/>
              </a:ext>
            </a:extLst>
          </p:cNvPr>
          <p:cNvSpPr>
            <a:spLocks noGrp="1"/>
          </p:cNvSpPr>
          <p:nvPr>
            <p:ph type="ftr" sz="quarter" idx="11"/>
          </p:nvPr>
        </p:nvSpPr>
        <p:spPr/>
        <p:txBody>
          <a:bodyPr/>
          <a:lstStyle>
            <a:lvl1pPr>
              <a:defRPr/>
            </a:lvl1pPr>
          </a:lstStyle>
          <a:p>
            <a:pPr>
              <a:defRPr/>
            </a:pPr>
            <a:endParaRPr lang="en-GB"/>
          </a:p>
        </p:txBody>
      </p:sp>
    </p:spTree>
    <p:extLst>
      <p:ext uri="{BB962C8B-B14F-4D97-AF65-F5344CB8AC3E}">
        <p14:creationId xmlns:p14="http://schemas.microsoft.com/office/powerpoint/2010/main" val="1279059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336" y="4406905"/>
            <a:ext cx="10365899"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336" y="2906713"/>
            <a:ext cx="10365899"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30335C-88A8-4171-A4BF-C5B643CC8907}"/>
              </a:ext>
            </a:extLst>
          </p:cNvPr>
          <p:cNvSpPr>
            <a:spLocks noGrp="1"/>
          </p:cNvSpPr>
          <p:nvPr>
            <p:ph type="dt" sz="half" idx="10"/>
          </p:nvPr>
        </p:nvSpPr>
        <p:spPr/>
        <p:txBody>
          <a:bodyPr/>
          <a:lstStyle>
            <a:lvl1pPr>
              <a:defRPr/>
            </a:lvl1pPr>
          </a:lstStyle>
          <a:p>
            <a:pPr>
              <a:defRPr/>
            </a:pPr>
            <a:fld id="{F5438DEF-0817-4A1C-B13E-2058E5D09F62}" type="datetimeFigureOut">
              <a:rPr lang="en-GB"/>
              <a:pPr>
                <a:defRPr/>
              </a:pPr>
              <a:t>30/07/2026</a:t>
            </a:fld>
            <a:endParaRPr lang="en-GB"/>
          </a:p>
        </p:txBody>
      </p:sp>
      <p:sp>
        <p:nvSpPr>
          <p:cNvPr id="5" name="Footer Placeholder 4">
            <a:extLst>
              <a:ext uri="{FF2B5EF4-FFF2-40B4-BE49-F238E27FC236}">
                <a16:creationId xmlns:a16="http://schemas.microsoft.com/office/drawing/2014/main" id="{17CF78E6-FEE5-4652-8BC0-6E5DBDCF3B38}"/>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02E3F273-BD2D-446F-951B-159EC4EAF234}"/>
              </a:ext>
            </a:extLst>
          </p:cNvPr>
          <p:cNvSpPr>
            <a:spLocks noGrp="1"/>
          </p:cNvSpPr>
          <p:nvPr>
            <p:ph type="sldNum" sz="quarter" idx="12"/>
          </p:nvPr>
        </p:nvSpPr>
        <p:spPr/>
        <p:txBody>
          <a:bodyPr/>
          <a:lstStyle>
            <a:lvl1pPr>
              <a:defRPr/>
            </a:lvl1pPr>
          </a:lstStyle>
          <a:p>
            <a:pPr>
              <a:defRPr/>
            </a:pPr>
            <a:fld id="{13D70B2E-9981-4A15-B114-07532859454B}" type="slidenum">
              <a:rPr lang="en-GB" altLang="en-US"/>
              <a:pPr>
                <a:defRPr/>
              </a:pPr>
              <a:t>‹#›</a:t>
            </a:fld>
            <a:endParaRPr lang="en-GB" altLang="en-US"/>
          </a:p>
        </p:txBody>
      </p:sp>
    </p:spTree>
    <p:extLst>
      <p:ext uri="{BB962C8B-B14F-4D97-AF65-F5344CB8AC3E}">
        <p14:creationId xmlns:p14="http://schemas.microsoft.com/office/powerpoint/2010/main" val="650205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759" y="1600205"/>
            <a:ext cx="538620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9214" y="1600205"/>
            <a:ext cx="538620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a:extLst>
              <a:ext uri="{FF2B5EF4-FFF2-40B4-BE49-F238E27FC236}">
                <a16:creationId xmlns:a16="http://schemas.microsoft.com/office/drawing/2014/main" id="{A920FAC3-CFCA-4907-A7B0-0FDB1EC42655}"/>
              </a:ext>
            </a:extLst>
          </p:cNvPr>
          <p:cNvSpPr>
            <a:spLocks noGrp="1"/>
          </p:cNvSpPr>
          <p:nvPr>
            <p:ph type="dt" sz="half" idx="10"/>
          </p:nvPr>
        </p:nvSpPr>
        <p:spPr/>
        <p:txBody>
          <a:bodyPr/>
          <a:lstStyle>
            <a:lvl1pPr>
              <a:defRPr/>
            </a:lvl1pPr>
          </a:lstStyle>
          <a:p>
            <a:pPr>
              <a:defRPr/>
            </a:pPr>
            <a:fld id="{4B033C31-F621-490A-88C0-A94BC078C5E5}" type="datetimeFigureOut">
              <a:rPr lang="en-GB"/>
              <a:pPr>
                <a:defRPr/>
              </a:pPr>
              <a:t>30/07/2026</a:t>
            </a:fld>
            <a:endParaRPr lang="en-GB"/>
          </a:p>
        </p:txBody>
      </p:sp>
      <p:sp>
        <p:nvSpPr>
          <p:cNvPr id="6" name="Footer Placeholder 4">
            <a:extLst>
              <a:ext uri="{FF2B5EF4-FFF2-40B4-BE49-F238E27FC236}">
                <a16:creationId xmlns:a16="http://schemas.microsoft.com/office/drawing/2014/main" id="{136B4B02-E4E7-45AE-895D-CE7FE112117B}"/>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9B4A8BB8-070F-4145-A75D-0FDC073B80BC}"/>
              </a:ext>
            </a:extLst>
          </p:cNvPr>
          <p:cNvSpPr>
            <a:spLocks noGrp="1"/>
          </p:cNvSpPr>
          <p:nvPr>
            <p:ph type="sldNum" sz="quarter" idx="12"/>
          </p:nvPr>
        </p:nvSpPr>
        <p:spPr/>
        <p:txBody>
          <a:bodyPr/>
          <a:lstStyle>
            <a:lvl1pPr>
              <a:defRPr/>
            </a:lvl1pPr>
          </a:lstStyle>
          <a:p>
            <a:pPr>
              <a:defRPr/>
            </a:pPr>
            <a:fld id="{E77E19BA-0538-4EAC-AC33-6FDE76E40C66}" type="slidenum">
              <a:rPr lang="en-GB" altLang="en-US"/>
              <a:pPr>
                <a:defRPr/>
              </a:pPr>
              <a:t>‹#›</a:t>
            </a:fld>
            <a:endParaRPr lang="en-GB" altLang="en-US"/>
          </a:p>
        </p:txBody>
      </p:sp>
    </p:spTree>
    <p:extLst>
      <p:ext uri="{BB962C8B-B14F-4D97-AF65-F5344CB8AC3E}">
        <p14:creationId xmlns:p14="http://schemas.microsoft.com/office/powerpoint/2010/main" val="3660834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759" y="1535113"/>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759" y="2174875"/>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4983"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4983"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a:extLst>
              <a:ext uri="{FF2B5EF4-FFF2-40B4-BE49-F238E27FC236}">
                <a16:creationId xmlns:a16="http://schemas.microsoft.com/office/drawing/2014/main" id="{4A71E064-7D56-4084-B2F4-45F5A6BA7550}"/>
              </a:ext>
            </a:extLst>
          </p:cNvPr>
          <p:cNvSpPr>
            <a:spLocks noGrp="1"/>
          </p:cNvSpPr>
          <p:nvPr>
            <p:ph type="dt" sz="half" idx="10"/>
          </p:nvPr>
        </p:nvSpPr>
        <p:spPr/>
        <p:txBody>
          <a:bodyPr/>
          <a:lstStyle>
            <a:lvl1pPr>
              <a:defRPr/>
            </a:lvl1pPr>
          </a:lstStyle>
          <a:p>
            <a:pPr>
              <a:defRPr/>
            </a:pPr>
            <a:fld id="{18472427-427F-464C-8201-2BFAB000A3FE}" type="datetimeFigureOut">
              <a:rPr lang="en-GB"/>
              <a:pPr>
                <a:defRPr/>
              </a:pPr>
              <a:t>30/07/2026</a:t>
            </a:fld>
            <a:endParaRPr lang="en-GB"/>
          </a:p>
        </p:txBody>
      </p:sp>
      <p:sp>
        <p:nvSpPr>
          <p:cNvPr id="8" name="Footer Placeholder 4">
            <a:extLst>
              <a:ext uri="{FF2B5EF4-FFF2-40B4-BE49-F238E27FC236}">
                <a16:creationId xmlns:a16="http://schemas.microsoft.com/office/drawing/2014/main" id="{88887385-CC4F-40D4-BFE1-263C2BDF5247}"/>
              </a:ext>
            </a:extLst>
          </p:cNvPr>
          <p:cNvSpPr>
            <a:spLocks noGrp="1"/>
          </p:cNvSpPr>
          <p:nvPr>
            <p:ph type="ftr" sz="quarter" idx="11"/>
          </p:nvPr>
        </p:nvSpPr>
        <p:spPr/>
        <p:txBody>
          <a:bodyPr/>
          <a:lstStyle>
            <a:lvl1pPr>
              <a:defRPr/>
            </a:lvl1pPr>
          </a:lstStyle>
          <a:p>
            <a:pPr>
              <a:defRPr/>
            </a:pPr>
            <a:endParaRPr lang="en-GB"/>
          </a:p>
        </p:txBody>
      </p:sp>
      <p:sp>
        <p:nvSpPr>
          <p:cNvPr id="9" name="Slide Number Placeholder 5">
            <a:extLst>
              <a:ext uri="{FF2B5EF4-FFF2-40B4-BE49-F238E27FC236}">
                <a16:creationId xmlns:a16="http://schemas.microsoft.com/office/drawing/2014/main" id="{1E17DA0C-9810-4462-8C11-5644F08F2DE4}"/>
              </a:ext>
            </a:extLst>
          </p:cNvPr>
          <p:cNvSpPr>
            <a:spLocks noGrp="1"/>
          </p:cNvSpPr>
          <p:nvPr>
            <p:ph type="sldNum" sz="quarter" idx="12"/>
          </p:nvPr>
        </p:nvSpPr>
        <p:spPr/>
        <p:txBody>
          <a:bodyPr/>
          <a:lstStyle>
            <a:lvl1pPr>
              <a:defRPr/>
            </a:lvl1pPr>
          </a:lstStyle>
          <a:p>
            <a:pPr>
              <a:defRPr/>
            </a:pPr>
            <a:fld id="{55BD50DC-ED78-44F2-9872-A50AA0064275}" type="slidenum">
              <a:rPr lang="en-GB" altLang="en-US"/>
              <a:pPr>
                <a:defRPr/>
              </a:pPr>
              <a:t>‹#›</a:t>
            </a:fld>
            <a:endParaRPr lang="en-GB" altLang="en-US"/>
          </a:p>
        </p:txBody>
      </p:sp>
    </p:spTree>
    <p:extLst>
      <p:ext uri="{BB962C8B-B14F-4D97-AF65-F5344CB8AC3E}">
        <p14:creationId xmlns:p14="http://schemas.microsoft.com/office/powerpoint/2010/main" val="2214902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a:extLst>
              <a:ext uri="{FF2B5EF4-FFF2-40B4-BE49-F238E27FC236}">
                <a16:creationId xmlns:a16="http://schemas.microsoft.com/office/drawing/2014/main" id="{FCFEE708-2F95-4267-BC9B-EAABC4B9B021}"/>
              </a:ext>
            </a:extLst>
          </p:cNvPr>
          <p:cNvSpPr>
            <a:spLocks noGrp="1"/>
          </p:cNvSpPr>
          <p:nvPr>
            <p:ph type="dt" sz="half" idx="10"/>
          </p:nvPr>
        </p:nvSpPr>
        <p:spPr/>
        <p:txBody>
          <a:bodyPr/>
          <a:lstStyle>
            <a:lvl1pPr>
              <a:defRPr/>
            </a:lvl1pPr>
          </a:lstStyle>
          <a:p>
            <a:pPr>
              <a:defRPr/>
            </a:pPr>
            <a:fld id="{4C0ED2B6-2B7C-4B79-A3E3-FEE32626B247}" type="datetimeFigureOut">
              <a:rPr lang="en-GB"/>
              <a:pPr>
                <a:defRPr/>
              </a:pPr>
              <a:t>30/07/2026</a:t>
            </a:fld>
            <a:endParaRPr lang="en-GB"/>
          </a:p>
        </p:txBody>
      </p:sp>
      <p:sp>
        <p:nvSpPr>
          <p:cNvPr id="4" name="Footer Placeholder 4">
            <a:extLst>
              <a:ext uri="{FF2B5EF4-FFF2-40B4-BE49-F238E27FC236}">
                <a16:creationId xmlns:a16="http://schemas.microsoft.com/office/drawing/2014/main" id="{F9B538C1-052F-4660-9843-C09EEEA21A3F}"/>
              </a:ext>
            </a:extLst>
          </p:cNvPr>
          <p:cNvSpPr>
            <a:spLocks noGrp="1"/>
          </p:cNvSpPr>
          <p:nvPr>
            <p:ph type="ftr" sz="quarter" idx="11"/>
          </p:nvPr>
        </p:nvSpPr>
        <p:spPr/>
        <p:txBody>
          <a:bodyPr/>
          <a:lstStyle>
            <a:lvl1pPr>
              <a:defRPr/>
            </a:lvl1pPr>
          </a:lstStyle>
          <a:p>
            <a:pPr>
              <a:defRPr/>
            </a:pPr>
            <a:endParaRPr lang="en-GB"/>
          </a:p>
        </p:txBody>
      </p:sp>
      <p:sp>
        <p:nvSpPr>
          <p:cNvPr id="5" name="Slide Number Placeholder 5">
            <a:extLst>
              <a:ext uri="{FF2B5EF4-FFF2-40B4-BE49-F238E27FC236}">
                <a16:creationId xmlns:a16="http://schemas.microsoft.com/office/drawing/2014/main" id="{FCC7DDAD-291A-4F42-8C33-9F5667E547CF}"/>
              </a:ext>
            </a:extLst>
          </p:cNvPr>
          <p:cNvSpPr>
            <a:spLocks noGrp="1"/>
          </p:cNvSpPr>
          <p:nvPr>
            <p:ph type="sldNum" sz="quarter" idx="12"/>
          </p:nvPr>
        </p:nvSpPr>
        <p:spPr/>
        <p:txBody>
          <a:bodyPr/>
          <a:lstStyle>
            <a:lvl1pPr>
              <a:defRPr/>
            </a:lvl1pPr>
          </a:lstStyle>
          <a:p>
            <a:pPr>
              <a:defRPr/>
            </a:pPr>
            <a:fld id="{B0AD3781-89DE-4FE6-9A36-0099A432FAA6}" type="slidenum">
              <a:rPr lang="en-GB" altLang="en-US"/>
              <a:pPr>
                <a:defRPr/>
              </a:pPr>
              <a:t>‹#›</a:t>
            </a:fld>
            <a:endParaRPr lang="en-GB" altLang="en-US"/>
          </a:p>
        </p:txBody>
      </p:sp>
    </p:spTree>
    <p:extLst>
      <p:ext uri="{BB962C8B-B14F-4D97-AF65-F5344CB8AC3E}">
        <p14:creationId xmlns:p14="http://schemas.microsoft.com/office/powerpoint/2010/main" val="3894197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C9587AA-45F0-46E5-8E35-48277F1ADFE3}"/>
              </a:ext>
            </a:extLst>
          </p:cNvPr>
          <p:cNvSpPr>
            <a:spLocks noGrp="1"/>
          </p:cNvSpPr>
          <p:nvPr>
            <p:ph type="dt" sz="half" idx="10"/>
          </p:nvPr>
        </p:nvSpPr>
        <p:spPr/>
        <p:txBody>
          <a:bodyPr/>
          <a:lstStyle>
            <a:lvl1pPr>
              <a:defRPr/>
            </a:lvl1pPr>
          </a:lstStyle>
          <a:p>
            <a:pPr>
              <a:defRPr/>
            </a:pPr>
            <a:fld id="{7E5353B8-04E9-4BD1-AB9D-C774630A2A28}" type="datetimeFigureOut">
              <a:rPr lang="en-GB"/>
              <a:pPr>
                <a:defRPr/>
              </a:pPr>
              <a:t>30/07/2026</a:t>
            </a:fld>
            <a:endParaRPr lang="en-GB"/>
          </a:p>
        </p:txBody>
      </p:sp>
      <p:sp>
        <p:nvSpPr>
          <p:cNvPr id="3" name="Footer Placeholder 4">
            <a:extLst>
              <a:ext uri="{FF2B5EF4-FFF2-40B4-BE49-F238E27FC236}">
                <a16:creationId xmlns:a16="http://schemas.microsoft.com/office/drawing/2014/main" id="{5FD11269-A45A-4AC9-97B3-2A237A40F8EA}"/>
              </a:ext>
            </a:extLst>
          </p:cNvPr>
          <p:cNvSpPr>
            <a:spLocks noGrp="1"/>
          </p:cNvSpPr>
          <p:nvPr>
            <p:ph type="ftr" sz="quarter" idx="11"/>
          </p:nvPr>
        </p:nvSpPr>
        <p:spPr/>
        <p:txBody>
          <a:bodyPr/>
          <a:lstStyle>
            <a:lvl1pPr>
              <a:defRPr/>
            </a:lvl1pPr>
          </a:lstStyle>
          <a:p>
            <a:pPr>
              <a:defRPr/>
            </a:pPr>
            <a:endParaRPr lang="en-GB"/>
          </a:p>
        </p:txBody>
      </p:sp>
      <p:sp>
        <p:nvSpPr>
          <p:cNvPr id="4" name="Slide Number Placeholder 5">
            <a:extLst>
              <a:ext uri="{FF2B5EF4-FFF2-40B4-BE49-F238E27FC236}">
                <a16:creationId xmlns:a16="http://schemas.microsoft.com/office/drawing/2014/main" id="{01876B9F-021C-4250-ADF0-587C9F4F26B4}"/>
              </a:ext>
            </a:extLst>
          </p:cNvPr>
          <p:cNvSpPr>
            <a:spLocks noGrp="1"/>
          </p:cNvSpPr>
          <p:nvPr>
            <p:ph type="sldNum" sz="quarter" idx="12"/>
          </p:nvPr>
        </p:nvSpPr>
        <p:spPr/>
        <p:txBody>
          <a:bodyPr/>
          <a:lstStyle>
            <a:lvl1pPr>
              <a:defRPr/>
            </a:lvl1pPr>
          </a:lstStyle>
          <a:p>
            <a:pPr>
              <a:defRPr/>
            </a:pPr>
            <a:fld id="{E12D388F-3B4F-482A-B54E-DF8538039E78}" type="slidenum">
              <a:rPr lang="en-GB" altLang="en-US"/>
              <a:pPr>
                <a:defRPr/>
              </a:pPr>
              <a:t>‹#›</a:t>
            </a:fld>
            <a:endParaRPr lang="en-GB" altLang="en-US"/>
          </a:p>
        </p:txBody>
      </p:sp>
    </p:spTree>
    <p:extLst>
      <p:ext uri="{BB962C8B-B14F-4D97-AF65-F5344CB8AC3E}">
        <p14:creationId xmlns:p14="http://schemas.microsoft.com/office/powerpoint/2010/main" val="2394329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762" y="273050"/>
            <a:ext cx="4012129"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7974" y="273055"/>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762" y="1435103"/>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5797FA7-8F9E-4791-8747-F4234E89303C}"/>
              </a:ext>
            </a:extLst>
          </p:cNvPr>
          <p:cNvSpPr>
            <a:spLocks noGrp="1"/>
          </p:cNvSpPr>
          <p:nvPr>
            <p:ph type="dt" sz="half" idx="10"/>
          </p:nvPr>
        </p:nvSpPr>
        <p:spPr/>
        <p:txBody>
          <a:bodyPr/>
          <a:lstStyle>
            <a:lvl1pPr>
              <a:defRPr/>
            </a:lvl1pPr>
          </a:lstStyle>
          <a:p>
            <a:pPr>
              <a:defRPr/>
            </a:pPr>
            <a:fld id="{9236E0FC-52AE-432E-8295-26FDC4505FE1}" type="datetimeFigureOut">
              <a:rPr lang="en-GB"/>
              <a:pPr>
                <a:defRPr/>
              </a:pPr>
              <a:t>30/07/2026</a:t>
            </a:fld>
            <a:endParaRPr lang="en-GB"/>
          </a:p>
        </p:txBody>
      </p:sp>
      <p:sp>
        <p:nvSpPr>
          <p:cNvPr id="6" name="Footer Placeholder 4">
            <a:extLst>
              <a:ext uri="{FF2B5EF4-FFF2-40B4-BE49-F238E27FC236}">
                <a16:creationId xmlns:a16="http://schemas.microsoft.com/office/drawing/2014/main" id="{386D8707-C15E-40CA-9909-64E637886547}"/>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36FF1DDD-6BE4-47B7-B0B1-E74E754C76B0}"/>
              </a:ext>
            </a:extLst>
          </p:cNvPr>
          <p:cNvSpPr>
            <a:spLocks noGrp="1"/>
          </p:cNvSpPr>
          <p:nvPr>
            <p:ph type="sldNum" sz="quarter" idx="12"/>
          </p:nvPr>
        </p:nvSpPr>
        <p:spPr/>
        <p:txBody>
          <a:bodyPr/>
          <a:lstStyle>
            <a:lvl1pPr>
              <a:defRPr/>
            </a:lvl1pPr>
          </a:lstStyle>
          <a:p>
            <a:pPr>
              <a:defRPr/>
            </a:pPr>
            <a:fld id="{E3F8E5E4-14BC-42F0-B2F5-95876CD5F456}" type="slidenum">
              <a:rPr lang="en-GB" altLang="en-US"/>
              <a:pPr>
                <a:defRPr/>
              </a:pPr>
              <a:t>‹#›</a:t>
            </a:fld>
            <a:endParaRPr lang="en-GB" altLang="en-US"/>
          </a:p>
        </p:txBody>
      </p:sp>
    </p:spTree>
    <p:extLst>
      <p:ext uri="{BB962C8B-B14F-4D97-AF65-F5344CB8AC3E}">
        <p14:creationId xmlns:p14="http://schemas.microsoft.com/office/powerpoint/2010/main" val="954259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341" y="4800600"/>
            <a:ext cx="7317105"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90341" y="612775"/>
            <a:ext cx="7317105"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90341"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F51E5F4E-B6D2-4303-B817-25F34597702E}"/>
              </a:ext>
            </a:extLst>
          </p:cNvPr>
          <p:cNvSpPr>
            <a:spLocks noGrp="1"/>
          </p:cNvSpPr>
          <p:nvPr>
            <p:ph type="dt" sz="half" idx="10"/>
          </p:nvPr>
        </p:nvSpPr>
        <p:spPr/>
        <p:txBody>
          <a:bodyPr/>
          <a:lstStyle>
            <a:lvl1pPr>
              <a:defRPr/>
            </a:lvl1pPr>
          </a:lstStyle>
          <a:p>
            <a:pPr>
              <a:defRPr/>
            </a:pPr>
            <a:fld id="{64D53ADB-16FA-4787-8125-E9AD458DDD4A}" type="datetimeFigureOut">
              <a:rPr lang="en-GB"/>
              <a:pPr>
                <a:defRPr/>
              </a:pPr>
              <a:t>30/07/2026</a:t>
            </a:fld>
            <a:endParaRPr lang="en-GB"/>
          </a:p>
        </p:txBody>
      </p:sp>
      <p:sp>
        <p:nvSpPr>
          <p:cNvPr id="6" name="Footer Placeholder 4">
            <a:extLst>
              <a:ext uri="{FF2B5EF4-FFF2-40B4-BE49-F238E27FC236}">
                <a16:creationId xmlns:a16="http://schemas.microsoft.com/office/drawing/2014/main" id="{390C8C55-0508-4E3A-B2C7-E9DB5CA5FA09}"/>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C7B09DE0-457C-4B5E-9647-94C568F4DD2C}"/>
              </a:ext>
            </a:extLst>
          </p:cNvPr>
          <p:cNvSpPr>
            <a:spLocks noGrp="1"/>
          </p:cNvSpPr>
          <p:nvPr>
            <p:ph type="sldNum" sz="quarter" idx="12"/>
          </p:nvPr>
        </p:nvSpPr>
        <p:spPr/>
        <p:txBody>
          <a:bodyPr/>
          <a:lstStyle>
            <a:lvl1pPr>
              <a:defRPr/>
            </a:lvl1pPr>
          </a:lstStyle>
          <a:p>
            <a:pPr>
              <a:defRPr/>
            </a:pPr>
            <a:fld id="{B1A0D46C-2653-4B71-B1D8-BE06B7D003FE}" type="slidenum">
              <a:rPr lang="en-GB" altLang="en-US"/>
              <a:pPr>
                <a:defRPr/>
              </a:pPr>
              <a:t>‹#›</a:t>
            </a:fld>
            <a:endParaRPr lang="en-GB" altLang="en-US"/>
          </a:p>
        </p:txBody>
      </p:sp>
    </p:spTree>
    <p:extLst>
      <p:ext uri="{BB962C8B-B14F-4D97-AF65-F5344CB8AC3E}">
        <p14:creationId xmlns:p14="http://schemas.microsoft.com/office/powerpoint/2010/main" val="819552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8CCBD61-C6D4-4496-9A24-159FFA5C0AFC}"/>
              </a:ext>
            </a:extLst>
          </p:cNvPr>
          <p:cNvSpPr>
            <a:spLocks noGrp="1"/>
          </p:cNvSpPr>
          <p:nvPr>
            <p:ph type="dt" sz="half" idx="10"/>
          </p:nvPr>
        </p:nvSpPr>
        <p:spPr/>
        <p:txBody>
          <a:bodyPr/>
          <a:lstStyle>
            <a:lvl1pPr>
              <a:defRPr/>
            </a:lvl1pPr>
          </a:lstStyle>
          <a:p>
            <a:pPr>
              <a:defRPr/>
            </a:pPr>
            <a:fld id="{4A875746-9FD2-4718-B3AB-31448F6AF0D0}" type="datetimeFigureOut">
              <a:rPr lang="en-GB"/>
              <a:pPr>
                <a:defRPr/>
              </a:pPr>
              <a:t>30/07/2026</a:t>
            </a:fld>
            <a:endParaRPr lang="en-GB"/>
          </a:p>
        </p:txBody>
      </p:sp>
      <p:sp>
        <p:nvSpPr>
          <p:cNvPr id="5" name="Footer Placeholder 4">
            <a:extLst>
              <a:ext uri="{FF2B5EF4-FFF2-40B4-BE49-F238E27FC236}">
                <a16:creationId xmlns:a16="http://schemas.microsoft.com/office/drawing/2014/main" id="{C893A024-3EF3-4848-B4BC-AA2A92CC88DF}"/>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63DCF7DF-E7AC-4A8A-AA99-6BB30C6F559D}"/>
              </a:ext>
            </a:extLst>
          </p:cNvPr>
          <p:cNvSpPr>
            <a:spLocks noGrp="1"/>
          </p:cNvSpPr>
          <p:nvPr>
            <p:ph type="sldNum" sz="quarter" idx="12"/>
          </p:nvPr>
        </p:nvSpPr>
        <p:spPr/>
        <p:txBody>
          <a:bodyPr/>
          <a:lstStyle>
            <a:lvl1pPr>
              <a:defRPr/>
            </a:lvl1pPr>
          </a:lstStyle>
          <a:p>
            <a:pPr>
              <a:defRPr/>
            </a:pPr>
            <a:fld id="{F3C77A56-FAD7-45AA-BBBC-F8E5C69D47D5}" type="slidenum">
              <a:rPr lang="en-GB" altLang="en-US"/>
              <a:pPr>
                <a:defRPr/>
              </a:pPr>
              <a:t>‹#›</a:t>
            </a:fld>
            <a:endParaRPr lang="en-GB" altLang="en-US"/>
          </a:p>
        </p:txBody>
      </p:sp>
    </p:spTree>
    <p:extLst>
      <p:ext uri="{BB962C8B-B14F-4D97-AF65-F5344CB8AC3E}">
        <p14:creationId xmlns:p14="http://schemas.microsoft.com/office/powerpoint/2010/main" val="2654094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1502" y="274643"/>
            <a:ext cx="2743914"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759" y="274643"/>
            <a:ext cx="802849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B9870D5-2079-4EE5-8176-51FE90E486B1}"/>
              </a:ext>
            </a:extLst>
          </p:cNvPr>
          <p:cNvSpPr>
            <a:spLocks noGrp="1"/>
          </p:cNvSpPr>
          <p:nvPr>
            <p:ph type="dt" sz="half" idx="10"/>
          </p:nvPr>
        </p:nvSpPr>
        <p:spPr/>
        <p:txBody>
          <a:bodyPr/>
          <a:lstStyle>
            <a:lvl1pPr>
              <a:defRPr/>
            </a:lvl1pPr>
          </a:lstStyle>
          <a:p>
            <a:pPr>
              <a:defRPr/>
            </a:pPr>
            <a:fld id="{340B1653-2C78-4B6D-8A07-FA83C032F3AC}" type="datetimeFigureOut">
              <a:rPr lang="en-GB"/>
              <a:pPr>
                <a:defRPr/>
              </a:pPr>
              <a:t>30/07/2026</a:t>
            </a:fld>
            <a:endParaRPr lang="en-GB"/>
          </a:p>
        </p:txBody>
      </p:sp>
      <p:sp>
        <p:nvSpPr>
          <p:cNvPr id="5" name="Footer Placeholder 4">
            <a:extLst>
              <a:ext uri="{FF2B5EF4-FFF2-40B4-BE49-F238E27FC236}">
                <a16:creationId xmlns:a16="http://schemas.microsoft.com/office/drawing/2014/main" id="{22E43B92-54CA-482F-AAB5-2FA0D0DC307C}"/>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08CE6196-C7FF-4162-8CD3-F82228E86416}"/>
              </a:ext>
            </a:extLst>
          </p:cNvPr>
          <p:cNvSpPr>
            <a:spLocks noGrp="1"/>
          </p:cNvSpPr>
          <p:nvPr>
            <p:ph type="sldNum" sz="quarter" idx="12"/>
          </p:nvPr>
        </p:nvSpPr>
        <p:spPr/>
        <p:txBody>
          <a:bodyPr/>
          <a:lstStyle>
            <a:lvl1pPr>
              <a:defRPr/>
            </a:lvl1pPr>
          </a:lstStyle>
          <a:p>
            <a:pPr>
              <a:defRPr/>
            </a:pPr>
            <a:fld id="{2628684F-91DB-43E5-85B6-8E40B5F639B8}" type="slidenum">
              <a:rPr lang="en-GB" altLang="en-US"/>
              <a:pPr>
                <a:defRPr/>
              </a:pPr>
              <a:t>‹#›</a:t>
            </a:fld>
            <a:endParaRPr lang="en-GB" altLang="en-US"/>
          </a:p>
        </p:txBody>
      </p:sp>
    </p:spTree>
    <p:extLst>
      <p:ext uri="{BB962C8B-B14F-4D97-AF65-F5344CB8AC3E}">
        <p14:creationId xmlns:p14="http://schemas.microsoft.com/office/powerpoint/2010/main" val="3730365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3" y="2130429"/>
            <a:ext cx="10366375"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7575"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57BC34B-7DE0-4260-8A9C-5DDF1F86C430}"/>
              </a:ext>
            </a:extLst>
          </p:cNvPr>
          <p:cNvSpPr>
            <a:spLocks noGrp="1"/>
          </p:cNvSpPr>
          <p:nvPr>
            <p:ph type="dt" sz="half" idx="10"/>
          </p:nvPr>
        </p:nvSpPr>
        <p:spPr/>
        <p:txBody>
          <a:bodyPr/>
          <a:lstStyle>
            <a:lvl1pPr>
              <a:defRPr/>
            </a:lvl1pPr>
          </a:lstStyle>
          <a:p>
            <a:pPr>
              <a:defRPr/>
            </a:pPr>
            <a:fld id="{4D96EDC3-BE9B-4E01-9A0E-2D495DEE6917}" type="datetimeFigureOut">
              <a:rPr lang="en-GB"/>
              <a:pPr>
                <a:defRPr/>
              </a:pPr>
              <a:t>30/07/2026</a:t>
            </a:fld>
            <a:endParaRPr lang="en-GB"/>
          </a:p>
        </p:txBody>
      </p:sp>
      <p:sp>
        <p:nvSpPr>
          <p:cNvPr id="5" name="Footer Placeholder 4">
            <a:extLst>
              <a:ext uri="{FF2B5EF4-FFF2-40B4-BE49-F238E27FC236}">
                <a16:creationId xmlns:a16="http://schemas.microsoft.com/office/drawing/2014/main" id="{81133185-B76E-4BE0-ABA6-9A7BAD9608FF}"/>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BFFAF8B5-32E4-4D21-A528-5E8C98347504}"/>
              </a:ext>
            </a:extLst>
          </p:cNvPr>
          <p:cNvSpPr>
            <a:spLocks noGrp="1"/>
          </p:cNvSpPr>
          <p:nvPr>
            <p:ph type="sldNum" sz="quarter" idx="12"/>
          </p:nvPr>
        </p:nvSpPr>
        <p:spPr/>
        <p:txBody>
          <a:bodyPr/>
          <a:lstStyle>
            <a:lvl1pPr>
              <a:defRPr/>
            </a:lvl1pPr>
          </a:lstStyle>
          <a:p>
            <a:pPr>
              <a:defRPr/>
            </a:pPr>
            <a:fld id="{DDF96956-F119-45B7-903D-E1A3A53B9663}" type="slidenum">
              <a:rPr lang="en-GB" altLang="en-US"/>
              <a:pPr>
                <a:defRPr/>
              </a:pPr>
              <a:t>‹#›</a:t>
            </a:fld>
            <a:endParaRPr lang="en-GB" altLang="en-US"/>
          </a:p>
        </p:txBody>
      </p:sp>
    </p:spTree>
    <p:extLst>
      <p:ext uri="{BB962C8B-B14F-4D97-AF65-F5344CB8AC3E}">
        <p14:creationId xmlns:p14="http://schemas.microsoft.com/office/powerpoint/2010/main" val="3023418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EAF3C45-9129-4837-A1B9-EA3EBAF51630}"/>
              </a:ext>
            </a:extLst>
          </p:cNvPr>
          <p:cNvSpPr>
            <a:spLocks noGrp="1"/>
          </p:cNvSpPr>
          <p:nvPr>
            <p:ph type="dt" sz="half" idx="10"/>
          </p:nvPr>
        </p:nvSpPr>
        <p:spPr/>
        <p:txBody>
          <a:bodyPr/>
          <a:lstStyle>
            <a:lvl1pPr>
              <a:defRPr/>
            </a:lvl1pPr>
          </a:lstStyle>
          <a:p>
            <a:pPr>
              <a:defRPr/>
            </a:pPr>
            <a:fld id="{0A533DFA-7723-4125-BC9B-91A259ED18E5}" type="datetimeFigureOut">
              <a:rPr lang="en-GB"/>
              <a:pPr>
                <a:defRPr/>
              </a:pPr>
              <a:t>30/07/2026</a:t>
            </a:fld>
            <a:endParaRPr lang="en-GB"/>
          </a:p>
        </p:txBody>
      </p:sp>
      <p:sp>
        <p:nvSpPr>
          <p:cNvPr id="5" name="Footer Placeholder 4">
            <a:extLst>
              <a:ext uri="{FF2B5EF4-FFF2-40B4-BE49-F238E27FC236}">
                <a16:creationId xmlns:a16="http://schemas.microsoft.com/office/drawing/2014/main" id="{47044F65-9029-413D-80F8-4B581D86C452}"/>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7B459E0C-726E-4B37-9FAB-C0223F470E85}"/>
              </a:ext>
            </a:extLst>
          </p:cNvPr>
          <p:cNvSpPr>
            <a:spLocks noGrp="1"/>
          </p:cNvSpPr>
          <p:nvPr>
            <p:ph type="sldNum" sz="quarter" idx="12"/>
          </p:nvPr>
        </p:nvSpPr>
        <p:spPr/>
        <p:txBody>
          <a:bodyPr/>
          <a:lstStyle>
            <a:lvl1pPr>
              <a:defRPr/>
            </a:lvl1pPr>
          </a:lstStyle>
          <a:p>
            <a:pPr>
              <a:defRPr/>
            </a:pPr>
            <a:fld id="{0FB2D538-4905-4715-B8C2-6B1EA5C82081}" type="slidenum">
              <a:rPr lang="en-GB" altLang="en-US"/>
              <a:pPr>
                <a:defRPr/>
              </a:pPr>
              <a:t>‹#›</a:t>
            </a:fld>
            <a:endParaRPr lang="en-GB" altLang="en-US"/>
          </a:p>
        </p:txBody>
      </p:sp>
    </p:spTree>
    <p:extLst>
      <p:ext uri="{BB962C8B-B14F-4D97-AF65-F5344CB8AC3E}">
        <p14:creationId xmlns:p14="http://schemas.microsoft.com/office/powerpoint/2010/main" val="34502782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615" y="4406904"/>
            <a:ext cx="10366375"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615" y="2906713"/>
            <a:ext cx="10366375"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8DAFB5-D3C3-496E-B203-A735A175376E}"/>
              </a:ext>
            </a:extLst>
          </p:cNvPr>
          <p:cNvSpPr>
            <a:spLocks noGrp="1"/>
          </p:cNvSpPr>
          <p:nvPr>
            <p:ph type="dt" sz="half" idx="10"/>
          </p:nvPr>
        </p:nvSpPr>
        <p:spPr/>
        <p:txBody>
          <a:bodyPr/>
          <a:lstStyle>
            <a:lvl1pPr>
              <a:defRPr/>
            </a:lvl1pPr>
          </a:lstStyle>
          <a:p>
            <a:pPr>
              <a:defRPr/>
            </a:pPr>
            <a:fld id="{D818C8A3-57F6-478C-BDDF-7BFD72185B7C}" type="datetimeFigureOut">
              <a:rPr lang="en-GB"/>
              <a:pPr>
                <a:defRPr/>
              </a:pPr>
              <a:t>30/07/2026</a:t>
            </a:fld>
            <a:endParaRPr lang="en-GB"/>
          </a:p>
        </p:txBody>
      </p:sp>
      <p:sp>
        <p:nvSpPr>
          <p:cNvPr id="5" name="Footer Placeholder 4">
            <a:extLst>
              <a:ext uri="{FF2B5EF4-FFF2-40B4-BE49-F238E27FC236}">
                <a16:creationId xmlns:a16="http://schemas.microsoft.com/office/drawing/2014/main" id="{989C515C-DAA7-4BDA-B788-2B684A467629}"/>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296F8899-B052-48B4-A5A5-42804E3255C7}"/>
              </a:ext>
            </a:extLst>
          </p:cNvPr>
          <p:cNvSpPr>
            <a:spLocks noGrp="1"/>
          </p:cNvSpPr>
          <p:nvPr>
            <p:ph type="sldNum" sz="quarter" idx="12"/>
          </p:nvPr>
        </p:nvSpPr>
        <p:spPr/>
        <p:txBody>
          <a:bodyPr/>
          <a:lstStyle>
            <a:lvl1pPr>
              <a:defRPr/>
            </a:lvl1pPr>
          </a:lstStyle>
          <a:p>
            <a:pPr>
              <a:defRPr/>
            </a:pPr>
            <a:fld id="{8F655999-D42A-487D-8EA2-FCE875D6F244}" type="slidenum">
              <a:rPr lang="en-GB" altLang="en-US"/>
              <a:pPr>
                <a:defRPr/>
              </a:pPr>
              <a:t>‹#›</a:t>
            </a:fld>
            <a:endParaRPr lang="en-GB" altLang="en-US"/>
          </a:p>
        </p:txBody>
      </p:sp>
    </p:spTree>
    <p:extLst>
      <p:ext uri="{BB962C8B-B14F-4D97-AF65-F5344CB8AC3E}">
        <p14:creationId xmlns:p14="http://schemas.microsoft.com/office/powerpoint/2010/main" val="12436666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4"/>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3788" y="1600204"/>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a:extLst>
              <a:ext uri="{FF2B5EF4-FFF2-40B4-BE49-F238E27FC236}">
                <a16:creationId xmlns:a16="http://schemas.microsoft.com/office/drawing/2014/main" id="{C2D069B2-71A1-4CF4-8BBE-A6F3FA67F8E3}"/>
              </a:ext>
            </a:extLst>
          </p:cNvPr>
          <p:cNvSpPr>
            <a:spLocks noGrp="1"/>
          </p:cNvSpPr>
          <p:nvPr>
            <p:ph type="dt" sz="half" idx="10"/>
          </p:nvPr>
        </p:nvSpPr>
        <p:spPr/>
        <p:txBody>
          <a:bodyPr/>
          <a:lstStyle>
            <a:lvl1pPr>
              <a:defRPr/>
            </a:lvl1pPr>
          </a:lstStyle>
          <a:p>
            <a:pPr>
              <a:defRPr/>
            </a:pPr>
            <a:fld id="{1D93E340-E278-46BC-BF9F-42F599115826}" type="datetimeFigureOut">
              <a:rPr lang="en-GB"/>
              <a:pPr>
                <a:defRPr/>
              </a:pPr>
              <a:t>30/07/2026</a:t>
            </a:fld>
            <a:endParaRPr lang="en-GB"/>
          </a:p>
        </p:txBody>
      </p:sp>
      <p:sp>
        <p:nvSpPr>
          <p:cNvPr id="6" name="Footer Placeholder 4">
            <a:extLst>
              <a:ext uri="{FF2B5EF4-FFF2-40B4-BE49-F238E27FC236}">
                <a16:creationId xmlns:a16="http://schemas.microsoft.com/office/drawing/2014/main" id="{1CB5D117-3757-4DBE-BFCC-F263E47F6A79}"/>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8E13ED30-1A13-468A-8EA7-5424F36BA7BA}"/>
              </a:ext>
            </a:extLst>
          </p:cNvPr>
          <p:cNvSpPr>
            <a:spLocks noGrp="1"/>
          </p:cNvSpPr>
          <p:nvPr>
            <p:ph type="sldNum" sz="quarter" idx="12"/>
          </p:nvPr>
        </p:nvSpPr>
        <p:spPr/>
        <p:txBody>
          <a:bodyPr/>
          <a:lstStyle>
            <a:lvl1pPr>
              <a:defRPr/>
            </a:lvl1pPr>
          </a:lstStyle>
          <a:p>
            <a:pPr>
              <a:defRPr/>
            </a:pPr>
            <a:fld id="{0B90CF8C-9BFB-4874-ADE0-E72E0C982880}" type="slidenum">
              <a:rPr lang="en-GB" altLang="en-US"/>
              <a:pPr>
                <a:defRPr/>
              </a:pPr>
              <a:t>‹#›</a:t>
            </a:fld>
            <a:endParaRPr lang="en-GB" altLang="en-US"/>
          </a:p>
        </p:txBody>
      </p:sp>
    </p:spTree>
    <p:extLst>
      <p:ext uri="{BB962C8B-B14F-4D97-AF65-F5344CB8AC3E}">
        <p14:creationId xmlns:p14="http://schemas.microsoft.com/office/powerpoint/2010/main" val="34117582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2" y="1535113"/>
            <a:ext cx="53879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2" y="2174875"/>
            <a:ext cx="53879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4425"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4425"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a:extLst>
              <a:ext uri="{FF2B5EF4-FFF2-40B4-BE49-F238E27FC236}">
                <a16:creationId xmlns:a16="http://schemas.microsoft.com/office/drawing/2014/main" id="{2F1B391B-5158-4B69-9D54-AB2DF6F3D631}"/>
              </a:ext>
            </a:extLst>
          </p:cNvPr>
          <p:cNvSpPr>
            <a:spLocks noGrp="1"/>
          </p:cNvSpPr>
          <p:nvPr>
            <p:ph type="dt" sz="half" idx="10"/>
          </p:nvPr>
        </p:nvSpPr>
        <p:spPr/>
        <p:txBody>
          <a:bodyPr/>
          <a:lstStyle>
            <a:lvl1pPr>
              <a:defRPr/>
            </a:lvl1pPr>
          </a:lstStyle>
          <a:p>
            <a:pPr>
              <a:defRPr/>
            </a:pPr>
            <a:fld id="{337B61D2-C7D8-44DD-8C97-4C3B278A1E65}" type="datetimeFigureOut">
              <a:rPr lang="en-GB"/>
              <a:pPr>
                <a:defRPr/>
              </a:pPr>
              <a:t>30/07/2026</a:t>
            </a:fld>
            <a:endParaRPr lang="en-GB"/>
          </a:p>
        </p:txBody>
      </p:sp>
      <p:sp>
        <p:nvSpPr>
          <p:cNvPr id="8" name="Footer Placeholder 4">
            <a:extLst>
              <a:ext uri="{FF2B5EF4-FFF2-40B4-BE49-F238E27FC236}">
                <a16:creationId xmlns:a16="http://schemas.microsoft.com/office/drawing/2014/main" id="{76354041-BE2C-4D07-ABB3-36BA56509B77}"/>
              </a:ext>
            </a:extLst>
          </p:cNvPr>
          <p:cNvSpPr>
            <a:spLocks noGrp="1"/>
          </p:cNvSpPr>
          <p:nvPr>
            <p:ph type="ftr" sz="quarter" idx="11"/>
          </p:nvPr>
        </p:nvSpPr>
        <p:spPr/>
        <p:txBody>
          <a:bodyPr/>
          <a:lstStyle>
            <a:lvl1pPr>
              <a:defRPr/>
            </a:lvl1pPr>
          </a:lstStyle>
          <a:p>
            <a:pPr>
              <a:defRPr/>
            </a:pPr>
            <a:endParaRPr lang="en-GB"/>
          </a:p>
        </p:txBody>
      </p:sp>
      <p:sp>
        <p:nvSpPr>
          <p:cNvPr id="9" name="Slide Number Placeholder 5">
            <a:extLst>
              <a:ext uri="{FF2B5EF4-FFF2-40B4-BE49-F238E27FC236}">
                <a16:creationId xmlns:a16="http://schemas.microsoft.com/office/drawing/2014/main" id="{CFABEA6A-347B-423D-86B8-F5BB86C4EF94}"/>
              </a:ext>
            </a:extLst>
          </p:cNvPr>
          <p:cNvSpPr>
            <a:spLocks noGrp="1"/>
          </p:cNvSpPr>
          <p:nvPr>
            <p:ph type="sldNum" sz="quarter" idx="12"/>
          </p:nvPr>
        </p:nvSpPr>
        <p:spPr/>
        <p:txBody>
          <a:bodyPr/>
          <a:lstStyle>
            <a:lvl1pPr>
              <a:defRPr/>
            </a:lvl1pPr>
          </a:lstStyle>
          <a:p>
            <a:pPr>
              <a:defRPr/>
            </a:pPr>
            <a:fld id="{5163DB3C-F5BD-4776-AE89-8EECCD200366}" type="slidenum">
              <a:rPr lang="en-GB" altLang="en-US"/>
              <a:pPr>
                <a:defRPr/>
              </a:pPr>
              <a:t>‹#›</a:t>
            </a:fld>
            <a:endParaRPr lang="en-GB" altLang="en-US"/>
          </a:p>
        </p:txBody>
      </p:sp>
    </p:spTree>
    <p:extLst>
      <p:ext uri="{BB962C8B-B14F-4D97-AF65-F5344CB8AC3E}">
        <p14:creationId xmlns:p14="http://schemas.microsoft.com/office/powerpoint/2010/main" val="8795188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a:extLst>
              <a:ext uri="{FF2B5EF4-FFF2-40B4-BE49-F238E27FC236}">
                <a16:creationId xmlns:a16="http://schemas.microsoft.com/office/drawing/2014/main" id="{F1973CF6-6F11-46E9-9269-FAA2EE743D02}"/>
              </a:ext>
            </a:extLst>
          </p:cNvPr>
          <p:cNvSpPr>
            <a:spLocks noGrp="1"/>
          </p:cNvSpPr>
          <p:nvPr>
            <p:ph type="dt" sz="half" idx="10"/>
          </p:nvPr>
        </p:nvSpPr>
        <p:spPr/>
        <p:txBody>
          <a:bodyPr/>
          <a:lstStyle>
            <a:lvl1pPr>
              <a:defRPr/>
            </a:lvl1pPr>
          </a:lstStyle>
          <a:p>
            <a:pPr>
              <a:defRPr/>
            </a:pPr>
            <a:fld id="{84126AF3-AEDF-40E2-B01E-E7115286C042}" type="datetimeFigureOut">
              <a:rPr lang="en-GB"/>
              <a:pPr>
                <a:defRPr/>
              </a:pPr>
              <a:t>30/07/2026</a:t>
            </a:fld>
            <a:endParaRPr lang="en-GB"/>
          </a:p>
        </p:txBody>
      </p:sp>
      <p:sp>
        <p:nvSpPr>
          <p:cNvPr id="4" name="Footer Placeholder 4">
            <a:extLst>
              <a:ext uri="{FF2B5EF4-FFF2-40B4-BE49-F238E27FC236}">
                <a16:creationId xmlns:a16="http://schemas.microsoft.com/office/drawing/2014/main" id="{5967531A-9570-4727-BF5E-4CCF66403F66}"/>
              </a:ext>
            </a:extLst>
          </p:cNvPr>
          <p:cNvSpPr>
            <a:spLocks noGrp="1"/>
          </p:cNvSpPr>
          <p:nvPr>
            <p:ph type="ftr" sz="quarter" idx="11"/>
          </p:nvPr>
        </p:nvSpPr>
        <p:spPr/>
        <p:txBody>
          <a:bodyPr/>
          <a:lstStyle>
            <a:lvl1pPr>
              <a:defRPr/>
            </a:lvl1pPr>
          </a:lstStyle>
          <a:p>
            <a:pPr>
              <a:defRPr/>
            </a:pPr>
            <a:endParaRPr lang="en-GB"/>
          </a:p>
        </p:txBody>
      </p:sp>
      <p:sp>
        <p:nvSpPr>
          <p:cNvPr id="5" name="Slide Number Placeholder 5">
            <a:extLst>
              <a:ext uri="{FF2B5EF4-FFF2-40B4-BE49-F238E27FC236}">
                <a16:creationId xmlns:a16="http://schemas.microsoft.com/office/drawing/2014/main" id="{E633EED0-5F91-4107-897E-53C3251E7436}"/>
              </a:ext>
            </a:extLst>
          </p:cNvPr>
          <p:cNvSpPr>
            <a:spLocks noGrp="1"/>
          </p:cNvSpPr>
          <p:nvPr>
            <p:ph type="sldNum" sz="quarter" idx="12"/>
          </p:nvPr>
        </p:nvSpPr>
        <p:spPr/>
        <p:txBody>
          <a:bodyPr/>
          <a:lstStyle>
            <a:lvl1pPr>
              <a:defRPr/>
            </a:lvl1pPr>
          </a:lstStyle>
          <a:p>
            <a:pPr>
              <a:defRPr/>
            </a:pPr>
            <a:fld id="{BD6B968E-E67D-4BD3-9A05-932A10D15313}" type="slidenum">
              <a:rPr lang="en-GB" altLang="en-US"/>
              <a:pPr>
                <a:defRPr/>
              </a:pPr>
              <a:t>‹#›</a:t>
            </a:fld>
            <a:endParaRPr lang="en-GB" altLang="en-US"/>
          </a:p>
        </p:txBody>
      </p:sp>
    </p:spTree>
    <p:extLst>
      <p:ext uri="{BB962C8B-B14F-4D97-AF65-F5344CB8AC3E}">
        <p14:creationId xmlns:p14="http://schemas.microsoft.com/office/powerpoint/2010/main" val="42143419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9C08203-B008-4AF7-B390-3A7066B5881B}"/>
              </a:ext>
            </a:extLst>
          </p:cNvPr>
          <p:cNvSpPr>
            <a:spLocks noGrp="1"/>
          </p:cNvSpPr>
          <p:nvPr>
            <p:ph type="dt" sz="half" idx="10"/>
          </p:nvPr>
        </p:nvSpPr>
        <p:spPr/>
        <p:txBody>
          <a:bodyPr/>
          <a:lstStyle>
            <a:lvl1pPr>
              <a:defRPr/>
            </a:lvl1pPr>
          </a:lstStyle>
          <a:p>
            <a:pPr>
              <a:defRPr/>
            </a:pPr>
            <a:fld id="{7D648932-48F8-45B8-8549-7E6979775DFA}" type="datetimeFigureOut">
              <a:rPr lang="en-GB"/>
              <a:pPr>
                <a:defRPr/>
              </a:pPr>
              <a:t>30/07/2026</a:t>
            </a:fld>
            <a:endParaRPr lang="en-GB"/>
          </a:p>
        </p:txBody>
      </p:sp>
      <p:sp>
        <p:nvSpPr>
          <p:cNvPr id="3" name="Footer Placeholder 4">
            <a:extLst>
              <a:ext uri="{FF2B5EF4-FFF2-40B4-BE49-F238E27FC236}">
                <a16:creationId xmlns:a16="http://schemas.microsoft.com/office/drawing/2014/main" id="{B05409F8-D734-4CF2-B997-F95684EA7C2B}"/>
              </a:ext>
            </a:extLst>
          </p:cNvPr>
          <p:cNvSpPr>
            <a:spLocks noGrp="1"/>
          </p:cNvSpPr>
          <p:nvPr>
            <p:ph type="ftr" sz="quarter" idx="11"/>
          </p:nvPr>
        </p:nvSpPr>
        <p:spPr/>
        <p:txBody>
          <a:bodyPr/>
          <a:lstStyle>
            <a:lvl1pPr>
              <a:defRPr/>
            </a:lvl1pPr>
          </a:lstStyle>
          <a:p>
            <a:pPr>
              <a:defRPr/>
            </a:pPr>
            <a:endParaRPr lang="en-GB"/>
          </a:p>
        </p:txBody>
      </p:sp>
      <p:sp>
        <p:nvSpPr>
          <p:cNvPr id="4" name="Slide Number Placeholder 5">
            <a:extLst>
              <a:ext uri="{FF2B5EF4-FFF2-40B4-BE49-F238E27FC236}">
                <a16:creationId xmlns:a16="http://schemas.microsoft.com/office/drawing/2014/main" id="{BD6AD8AA-8280-4735-96E8-14E23F14C8E5}"/>
              </a:ext>
            </a:extLst>
          </p:cNvPr>
          <p:cNvSpPr>
            <a:spLocks noGrp="1"/>
          </p:cNvSpPr>
          <p:nvPr>
            <p:ph type="sldNum" sz="quarter" idx="12"/>
          </p:nvPr>
        </p:nvSpPr>
        <p:spPr/>
        <p:txBody>
          <a:bodyPr/>
          <a:lstStyle>
            <a:lvl1pPr>
              <a:defRPr/>
            </a:lvl1pPr>
          </a:lstStyle>
          <a:p>
            <a:pPr>
              <a:defRPr/>
            </a:pPr>
            <a:fld id="{22960EDB-36A0-424C-AA9A-9479433027E0}" type="slidenum">
              <a:rPr lang="en-GB" altLang="en-US"/>
              <a:pPr>
                <a:defRPr/>
              </a:pPr>
              <a:t>‹#›</a:t>
            </a:fld>
            <a:endParaRPr lang="en-GB" altLang="en-US"/>
          </a:p>
        </p:txBody>
      </p:sp>
    </p:spTree>
    <p:extLst>
      <p:ext uri="{BB962C8B-B14F-4D97-AF65-F5344CB8AC3E}">
        <p14:creationId xmlns:p14="http://schemas.microsoft.com/office/powerpoint/2010/main" val="36658949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612"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7263" y="273054"/>
            <a:ext cx="68183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2" y="1435103"/>
            <a:ext cx="401161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5B492770-4279-4C06-9047-CE168B8D7CC1}"/>
              </a:ext>
            </a:extLst>
          </p:cNvPr>
          <p:cNvSpPr>
            <a:spLocks noGrp="1"/>
          </p:cNvSpPr>
          <p:nvPr>
            <p:ph type="dt" sz="half" idx="10"/>
          </p:nvPr>
        </p:nvSpPr>
        <p:spPr/>
        <p:txBody>
          <a:bodyPr/>
          <a:lstStyle>
            <a:lvl1pPr>
              <a:defRPr/>
            </a:lvl1pPr>
          </a:lstStyle>
          <a:p>
            <a:pPr>
              <a:defRPr/>
            </a:pPr>
            <a:fld id="{F9F689BF-F0C6-4765-9845-529E3FE4CAB5}" type="datetimeFigureOut">
              <a:rPr lang="en-GB"/>
              <a:pPr>
                <a:defRPr/>
              </a:pPr>
              <a:t>30/07/2026</a:t>
            </a:fld>
            <a:endParaRPr lang="en-GB"/>
          </a:p>
        </p:txBody>
      </p:sp>
      <p:sp>
        <p:nvSpPr>
          <p:cNvPr id="6" name="Footer Placeholder 4">
            <a:extLst>
              <a:ext uri="{FF2B5EF4-FFF2-40B4-BE49-F238E27FC236}">
                <a16:creationId xmlns:a16="http://schemas.microsoft.com/office/drawing/2014/main" id="{655CF94F-E751-4F5C-9704-B7E1C2A9D61B}"/>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49190EFC-108F-4688-8E58-A8B4FDE6C515}"/>
              </a:ext>
            </a:extLst>
          </p:cNvPr>
          <p:cNvSpPr>
            <a:spLocks noGrp="1"/>
          </p:cNvSpPr>
          <p:nvPr>
            <p:ph type="sldNum" sz="quarter" idx="12"/>
          </p:nvPr>
        </p:nvSpPr>
        <p:spPr/>
        <p:txBody>
          <a:bodyPr/>
          <a:lstStyle>
            <a:lvl1pPr>
              <a:defRPr/>
            </a:lvl1pPr>
          </a:lstStyle>
          <a:p>
            <a:pPr>
              <a:defRPr/>
            </a:pPr>
            <a:fld id="{7A2148C5-60B6-403E-8385-7FD37748C461}" type="slidenum">
              <a:rPr lang="en-GB" altLang="en-US"/>
              <a:pPr>
                <a:defRPr/>
              </a:pPr>
              <a:t>‹#›</a:t>
            </a:fld>
            <a:endParaRPr lang="en-GB" altLang="en-US"/>
          </a:p>
        </p:txBody>
      </p:sp>
    </p:spTree>
    <p:extLst>
      <p:ext uri="{BB962C8B-B14F-4D97-AF65-F5344CB8AC3E}">
        <p14:creationId xmlns:p14="http://schemas.microsoft.com/office/powerpoint/2010/main" val="29849817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776" y="4800600"/>
            <a:ext cx="7316788"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90776" y="612775"/>
            <a:ext cx="7316788"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90776" y="5367338"/>
            <a:ext cx="731678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682157C-1702-46FE-8854-DE88B7BCBF27}"/>
              </a:ext>
            </a:extLst>
          </p:cNvPr>
          <p:cNvSpPr>
            <a:spLocks noGrp="1"/>
          </p:cNvSpPr>
          <p:nvPr>
            <p:ph type="dt" sz="half" idx="10"/>
          </p:nvPr>
        </p:nvSpPr>
        <p:spPr/>
        <p:txBody>
          <a:bodyPr/>
          <a:lstStyle>
            <a:lvl1pPr>
              <a:defRPr/>
            </a:lvl1pPr>
          </a:lstStyle>
          <a:p>
            <a:pPr>
              <a:defRPr/>
            </a:pPr>
            <a:fld id="{FF9F61D9-3673-47C7-9911-9EC273F9D6E2}" type="datetimeFigureOut">
              <a:rPr lang="en-GB"/>
              <a:pPr>
                <a:defRPr/>
              </a:pPr>
              <a:t>30/07/2026</a:t>
            </a:fld>
            <a:endParaRPr lang="en-GB"/>
          </a:p>
        </p:txBody>
      </p:sp>
      <p:sp>
        <p:nvSpPr>
          <p:cNvPr id="6" name="Footer Placeholder 4">
            <a:extLst>
              <a:ext uri="{FF2B5EF4-FFF2-40B4-BE49-F238E27FC236}">
                <a16:creationId xmlns:a16="http://schemas.microsoft.com/office/drawing/2014/main" id="{C2FCDCCA-26B7-43BD-9BA9-5082085DAC64}"/>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B68E21B5-D24C-4C51-BF34-A9E52A7F9625}"/>
              </a:ext>
            </a:extLst>
          </p:cNvPr>
          <p:cNvSpPr>
            <a:spLocks noGrp="1"/>
          </p:cNvSpPr>
          <p:nvPr>
            <p:ph type="sldNum" sz="quarter" idx="12"/>
          </p:nvPr>
        </p:nvSpPr>
        <p:spPr/>
        <p:txBody>
          <a:bodyPr/>
          <a:lstStyle>
            <a:lvl1pPr>
              <a:defRPr/>
            </a:lvl1pPr>
          </a:lstStyle>
          <a:p>
            <a:pPr>
              <a:defRPr/>
            </a:pPr>
            <a:fld id="{01E42113-8805-42C5-82E9-FE9ECDCCE533}" type="slidenum">
              <a:rPr lang="en-GB" altLang="en-US"/>
              <a:pPr>
                <a:defRPr/>
              </a:pPr>
              <a:t>‹#›</a:t>
            </a:fld>
            <a:endParaRPr lang="en-GB" altLang="en-US"/>
          </a:p>
        </p:txBody>
      </p:sp>
    </p:spTree>
    <p:extLst>
      <p:ext uri="{BB962C8B-B14F-4D97-AF65-F5344CB8AC3E}">
        <p14:creationId xmlns:p14="http://schemas.microsoft.com/office/powerpoint/2010/main" val="6490874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4E5971-2ED0-4600-91E8-B340977BD1EA}"/>
              </a:ext>
            </a:extLst>
          </p:cNvPr>
          <p:cNvSpPr>
            <a:spLocks noGrp="1"/>
          </p:cNvSpPr>
          <p:nvPr>
            <p:ph type="dt" sz="half" idx="10"/>
          </p:nvPr>
        </p:nvSpPr>
        <p:spPr/>
        <p:txBody>
          <a:bodyPr/>
          <a:lstStyle>
            <a:lvl1pPr>
              <a:defRPr/>
            </a:lvl1pPr>
          </a:lstStyle>
          <a:p>
            <a:pPr>
              <a:defRPr/>
            </a:pPr>
            <a:fld id="{5744A75C-9B53-4F6C-A321-7E8D29AA3B52}" type="datetimeFigureOut">
              <a:rPr lang="en-GB"/>
              <a:pPr>
                <a:defRPr/>
              </a:pPr>
              <a:t>30/07/2026</a:t>
            </a:fld>
            <a:endParaRPr lang="en-GB"/>
          </a:p>
        </p:txBody>
      </p:sp>
      <p:sp>
        <p:nvSpPr>
          <p:cNvPr id="5" name="Footer Placeholder 4">
            <a:extLst>
              <a:ext uri="{FF2B5EF4-FFF2-40B4-BE49-F238E27FC236}">
                <a16:creationId xmlns:a16="http://schemas.microsoft.com/office/drawing/2014/main" id="{B565C6DC-1033-4A93-9A71-8080004095FA}"/>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35966C0C-2A5B-4D07-B7A4-502A4ED2BEC3}"/>
              </a:ext>
            </a:extLst>
          </p:cNvPr>
          <p:cNvSpPr>
            <a:spLocks noGrp="1"/>
          </p:cNvSpPr>
          <p:nvPr>
            <p:ph type="sldNum" sz="quarter" idx="12"/>
          </p:nvPr>
        </p:nvSpPr>
        <p:spPr/>
        <p:txBody>
          <a:bodyPr/>
          <a:lstStyle>
            <a:lvl1pPr>
              <a:defRPr/>
            </a:lvl1pPr>
          </a:lstStyle>
          <a:p>
            <a:pPr>
              <a:defRPr/>
            </a:pPr>
            <a:fld id="{7CE387C2-174B-424E-806A-B211EA8B17FE}" type="slidenum">
              <a:rPr lang="en-GB" altLang="en-US"/>
              <a:pPr>
                <a:defRPr/>
              </a:pPr>
              <a:t>‹#›</a:t>
            </a:fld>
            <a:endParaRPr lang="en-GB" altLang="en-US"/>
          </a:p>
        </p:txBody>
      </p:sp>
    </p:spTree>
    <p:extLst>
      <p:ext uri="{BB962C8B-B14F-4D97-AF65-F5344CB8AC3E}">
        <p14:creationId xmlns:p14="http://schemas.microsoft.com/office/powerpoint/2010/main" val="33337917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2375" y="274642"/>
            <a:ext cx="27432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2" y="274642"/>
            <a:ext cx="8080374"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C2B9809-E259-4A67-9314-42BD2E9E1390}"/>
              </a:ext>
            </a:extLst>
          </p:cNvPr>
          <p:cNvSpPr>
            <a:spLocks noGrp="1"/>
          </p:cNvSpPr>
          <p:nvPr>
            <p:ph type="dt" sz="half" idx="10"/>
          </p:nvPr>
        </p:nvSpPr>
        <p:spPr/>
        <p:txBody>
          <a:bodyPr/>
          <a:lstStyle>
            <a:lvl1pPr>
              <a:defRPr/>
            </a:lvl1pPr>
          </a:lstStyle>
          <a:p>
            <a:pPr>
              <a:defRPr/>
            </a:pPr>
            <a:fld id="{AB0C0E11-3A95-4600-B832-519C7B51ABC4}" type="datetimeFigureOut">
              <a:rPr lang="en-GB"/>
              <a:pPr>
                <a:defRPr/>
              </a:pPr>
              <a:t>30/07/2026</a:t>
            </a:fld>
            <a:endParaRPr lang="en-GB"/>
          </a:p>
        </p:txBody>
      </p:sp>
      <p:sp>
        <p:nvSpPr>
          <p:cNvPr id="5" name="Footer Placeholder 4">
            <a:extLst>
              <a:ext uri="{FF2B5EF4-FFF2-40B4-BE49-F238E27FC236}">
                <a16:creationId xmlns:a16="http://schemas.microsoft.com/office/drawing/2014/main" id="{ADD8FCBA-BA99-4C32-997E-96BF6C7A9B73}"/>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80C91BD6-E371-4F5C-B8A3-89CAFF557466}"/>
              </a:ext>
            </a:extLst>
          </p:cNvPr>
          <p:cNvSpPr>
            <a:spLocks noGrp="1"/>
          </p:cNvSpPr>
          <p:nvPr>
            <p:ph type="sldNum" sz="quarter" idx="12"/>
          </p:nvPr>
        </p:nvSpPr>
        <p:spPr/>
        <p:txBody>
          <a:bodyPr/>
          <a:lstStyle>
            <a:lvl1pPr>
              <a:defRPr/>
            </a:lvl1pPr>
          </a:lstStyle>
          <a:p>
            <a:pPr>
              <a:defRPr/>
            </a:pPr>
            <a:fld id="{015EA5CF-B806-49EF-A94B-37FDCB233A99}" type="slidenum">
              <a:rPr lang="en-GB" altLang="en-US"/>
              <a:pPr>
                <a:defRPr/>
              </a:pPr>
              <a:t>‹#›</a:t>
            </a:fld>
            <a:endParaRPr lang="en-GB" altLang="en-US"/>
          </a:p>
        </p:txBody>
      </p:sp>
    </p:spTree>
    <p:extLst>
      <p:ext uri="{BB962C8B-B14F-4D97-AF65-F5344CB8AC3E}">
        <p14:creationId xmlns:p14="http://schemas.microsoft.com/office/powerpoint/2010/main" val="30184695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7"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169" b="15477"/>
          <a:stretch>
            <a:fillRect/>
          </a:stretch>
        </p:blipFill>
        <p:spPr bwMode="auto">
          <a:xfrm>
            <a:off x="2" y="-54768"/>
            <a:ext cx="12281948" cy="6912768"/>
          </a:xfrm>
          <a:prstGeom prst="rect">
            <a:avLst/>
          </a:prstGeom>
          <a:noFill/>
        </p:spPr>
      </p:pic>
      <p:pic>
        <p:nvPicPr>
          <p:cNvPr id="8"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841003" y="570166"/>
            <a:ext cx="743452" cy="792088"/>
          </a:xfrm>
          <a:prstGeom prst="rect">
            <a:avLst/>
          </a:prstGeom>
          <a:noFill/>
        </p:spPr>
      </p:pic>
      <p:sp>
        <p:nvSpPr>
          <p:cNvPr id="9" name="TextBox 8"/>
          <p:cNvSpPr txBox="1"/>
          <p:nvPr userDrawn="1"/>
        </p:nvSpPr>
        <p:spPr>
          <a:xfrm>
            <a:off x="9003276" y="0"/>
            <a:ext cx="3230910" cy="369332"/>
          </a:xfrm>
          <a:prstGeom prst="rect">
            <a:avLst/>
          </a:prstGeom>
          <a:noFill/>
        </p:spPr>
        <p:txBody>
          <a:bodyPr wrap="none" rtlCol="0">
            <a:spAutoFit/>
          </a:bodyPr>
          <a:lstStyle/>
          <a:p>
            <a:r>
              <a:rPr lang="en-US" sz="1800" dirty="0"/>
              <a:t>www.covenantuniversity.edu.ng</a:t>
            </a:r>
            <a:endParaRPr lang="en-GB" sz="1800" dirty="0"/>
          </a:p>
        </p:txBody>
      </p:sp>
      <p:pic>
        <p:nvPicPr>
          <p:cNvPr id="10" name="Picture 2" descr="C:\Users\Ours\Desktop\Picture3.png"/>
          <p:cNvPicPr>
            <a:picLocks noChangeAspect="1" noChangeArrowheads="1"/>
          </p:cNvPicPr>
          <p:nvPr userDrawn="1"/>
        </p:nvPicPr>
        <p:blipFill>
          <a:blip r:embed="rId4" cstate="print"/>
          <a:srcRect/>
          <a:stretch>
            <a:fillRect/>
          </a:stretch>
        </p:blipFill>
        <p:spPr bwMode="auto">
          <a:xfrm>
            <a:off x="1345059" y="570169"/>
            <a:ext cx="4608512" cy="743775"/>
          </a:xfrm>
          <a:prstGeom prst="rect">
            <a:avLst/>
          </a:prstGeom>
          <a:noFill/>
        </p:spPr>
      </p:pic>
      <p:sp>
        <p:nvSpPr>
          <p:cNvPr id="2" name="Title 1"/>
          <p:cNvSpPr>
            <a:spLocks noGrp="1"/>
          </p:cNvSpPr>
          <p:nvPr>
            <p:ph type="ctrTitle"/>
          </p:nvPr>
        </p:nvSpPr>
        <p:spPr>
          <a:xfrm>
            <a:off x="914403" y="1844828"/>
            <a:ext cx="10366375" cy="2448271"/>
          </a:xfrm>
          <a:solidFill>
            <a:srgbClr val="660033">
              <a:alpha val="61961"/>
            </a:srgbClr>
          </a:solidFill>
        </p:spPr>
        <p:txBody>
          <a:bodyPr>
            <a:noAutofit/>
          </a:bodyPr>
          <a:lstStyle>
            <a:lvl1pPr>
              <a:defRPr sz="5400" b="0">
                <a:solidFill>
                  <a:schemeClr val="bg1"/>
                </a:solidFill>
                <a:latin typeface="Rockwell" pitchFamily="18" charset="0"/>
              </a:defRPr>
            </a:lvl1pPr>
          </a:lstStyle>
          <a:p>
            <a:r>
              <a:rPr lang="en-US" dirty="0"/>
              <a:t>Click to edit Master title style</a:t>
            </a:r>
            <a:endParaRPr lang="en-GB" dirty="0"/>
          </a:p>
        </p:txBody>
      </p:sp>
      <p:sp>
        <p:nvSpPr>
          <p:cNvPr id="3" name="Subtitle 2"/>
          <p:cNvSpPr>
            <a:spLocks noGrp="1"/>
          </p:cNvSpPr>
          <p:nvPr>
            <p:ph type="subTitle" idx="1"/>
          </p:nvPr>
        </p:nvSpPr>
        <p:spPr>
          <a:xfrm>
            <a:off x="1828800" y="4509120"/>
            <a:ext cx="8537575" cy="1752600"/>
          </a:xfrm>
          <a:solidFill>
            <a:srgbClr val="FFFFFF">
              <a:alpha val="74118"/>
            </a:srgbClr>
          </a:solidFill>
        </p:spPr>
        <p:txBody>
          <a:bodyPr>
            <a:normAutofit/>
          </a:bodyPr>
          <a:lstStyle>
            <a:lvl1pPr marL="0" indent="0" algn="ctr">
              <a:buNone/>
              <a:defRPr sz="3600">
                <a:solidFill>
                  <a:schemeClr val="tx1"/>
                </a:solidFill>
                <a:latin typeface="Rockwell"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
        <p:nvSpPr>
          <p:cNvPr id="11" name="TextBox 10"/>
          <p:cNvSpPr txBox="1"/>
          <p:nvPr userDrawn="1"/>
        </p:nvSpPr>
        <p:spPr>
          <a:xfrm>
            <a:off x="1633093" y="1074222"/>
            <a:ext cx="3220653" cy="338554"/>
          </a:xfrm>
          <a:prstGeom prst="rect">
            <a:avLst/>
          </a:prstGeom>
          <a:noFill/>
        </p:spPr>
        <p:txBody>
          <a:bodyPr wrap="none" rtlCol="0">
            <a:spAutoFit/>
          </a:bodyPr>
          <a:lstStyle/>
          <a:p>
            <a:r>
              <a:rPr lang="en-US" sz="1600" dirty="0">
                <a:solidFill>
                  <a:srgbClr val="662C5B"/>
                </a:solidFill>
              </a:rPr>
              <a:t>Raising a new Generation of Leaders</a:t>
            </a:r>
            <a:endParaRPr lang="en-GB" sz="1600" dirty="0">
              <a:solidFill>
                <a:srgbClr val="662C5B"/>
              </a:solidFill>
            </a:endParaRPr>
          </a:p>
        </p:txBody>
      </p:sp>
    </p:spTree>
    <p:extLst>
      <p:ext uri="{BB962C8B-B14F-4D97-AF65-F5344CB8AC3E}">
        <p14:creationId xmlns:p14="http://schemas.microsoft.com/office/powerpoint/2010/main" val="25917938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2"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169" b="15477"/>
          <a:stretch>
            <a:fillRect/>
          </a:stretch>
        </p:blipFill>
        <p:spPr bwMode="auto">
          <a:xfrm>
            <a:off x="2" y="-54768"/>
            <a:ext cx="12281948" cy="6912768"/>
          </a:xfrm>
          <a:prstGeom prst="rect">
            <a:avLst/>
          </a:prstGeom>
          <a:noFill/>
        </p:spPr>
      </p:pic>
      <p:pic>
        <p:nvPicPr>
          <p:cNvPr id="8"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264941" y="548680"/>
            <a:ext cx="1216557" cy="1296144"/>
          </a:xfrm>
          <a:prstGeom prst="rect">
            <a:avLst/>
          </a:prstGeom>
          <a:noFill/>
        </p:spPr>
      </p:pic>
      <p:sp>
        <p:nvSpPr>
          <p:cNvPr id="10" name="Title 1"/>
          <p:cNvSpPr>
            <a:spLocks noGrp="1"/>
          </p:cNvSpPr>
          <p:nvPr userDrawn="1">
            <p:ph type="ctrTitle"/>
          </p:nvPr>
        </p:nvSpPr>
        <p:spPr>
          <a:xfrm>
            <a:off x="914638" y="2204865"/>
            <a:ext cx="10365899" cy="2520280"/>
          </a:xfrm>
          <a:solidFill>
            <a:srgbClr val="CC3399">
              <a:alpha val="83137"/>
            </a:srgbClr>
          </a:solidFill>
        </p:spPr>
        <p:txBody>
          <a:bodyPr>
            <a:normAutofit/>
          </a:bodyPr>
          <a:lstStyle/>
          <a:p>
            <a:endParaRPr lang="en-GB" sz="6600" b="1" dirty="0">
              <a:solidFill>
                <a:schemeClr val="bg1"/>
              </a:solidFill>
              <a:latin typeface="Rockwell" pitchFamily="18" charset="0"/>
            </a:endParaRPr>
          </a:p>
        </p:txBody>
      </p:sp>
      <p:sp>
        <p:nvSpPr>
          <p:cNvPr id="11" name="Subtitle 2"/>
          <p:cNvSpPr>
            <a:spLocks noGrp="1"/>
          </p:cNvSpPr>
          <p:nvPr userDrawn="1">
            <p:ph type="subTitle" idx="1"/>
          </p:nvPr>
        </p:nvSpPr>
        <p:spPr>
          <a:xfrm>
            <a:off x="1705101" y="4869160"/>
            <a:ext cx="8536623" cy="1752600"/>
          </a:xfrm>
          <a:solidFill>
            <a:srgbClr val="FFFFFF">
              <a:alpha val="63137"/>
            </a:srgbClr>
          </a:solidFill>
        </p:spPr>
        <p:txBody>
          <a:bodyPr>
            <a:normAutofit/>
          </a:bodyPr>
          <a:lstStyle>
            <a:lvl1pPr algn="ctr">
              <a:buNone/>
              <a:defRPr sz="4000">
                <a:ln>
                  <a:noFill/>
                </a:ln>
                <a:solidFill>
                  <a:srgbClr val="002060"/>
                </a:solidFill>
              </a:defRPr>
            </a:lvl1pPr>
          </a:lstStyle>
          <a:p>
            <a:endParaRPr lang="en-GB" dirty="0">
              <a:solidFill>
                <a:schemeClr val="bg1"/>
              </a:solidFill>
              <a:latin typeface="Rockwell" pitchFamily="18" charset="0"/>
            </a:endParaRPr>
          </a:p>
        </p:txBody>
      </p:sp>
      <p:sp>
        <p:nvSpPr>
          <p:cNvPr id="13" name="TextBox 12"/>
          <p:cNvSpPr txBox="1"/>
          <p:nvPr userDrawn="1"/>
        </p:nvSpPr>
        <p:spPr>
          <a:xfrm>
            <a:off x="1345059" y="1268760"/>
            <a:ext cx="3979650" cy="400110"/>
          </a:xfrm>
          <a:prstGeom prst="rect">
            <a:avLst/>
          </a:prstGeom>
          <a:noFill/>
        </p:spPr>
        <p:txBody>
          <a:bodyPr wrap="none" rtlCol="0">
            <a:spAutoFit/>
          </a:bodyPr>
          <a:lstStyle/>
          <a:p>
            <a:r>
              <a:rPr lang="en-US" sz="2000" dirty="0">
                <a:solidFill>
                  <a:srgbClr val="662C5B"/>
                </a:solidFill>
              </a:rPr>
              <a:t>Raising a new Generation of Leaders</a:t>
            </a:r>
            <a:endParaRPr lang="en-GB" sz="2000" dirty="0">
              <a:solidFill>
                <a:srgbClr val="662C5B"/>
              </a:solidFill>
            </a:endParaRPr>
          </a:p>
        </p:txBody>
      </p:sp>
      <p:sp>
        <p:nvSpPr>
          <p:cNvPr id="14" name="TextBox 13"/>
          <p:cNvSpPr txBox="1"/>
          <p:nvPr userDrawn="1"/>
        </p:nvSpPr>
        <p:spPr>
          <a:xfrm>
            <a:off x="9003276" y="0"/>
            <a:ext cx="3230910" cy="369332"/>
          </a:xfrm>
          <a:prstGeom prst="rect">
            <a:avLst/>
          </a:prstGeom>
          <a:noFill/>
        </p:spPr>
        <p:txBody>
          <a:bodyPr wrap="none" rtlCol="0">
            <a:spAutoFit/>
          </a:bodyPr>
          <a:lstStyle/>
          <a:p>
            <a:r>
              <a:rPr lang="en-US" sz="1800" dirty="0"/>
              <a:t>www.covenantuniversity.edu.ng</a:t>
            </a:r>
            <a:endParaRPr lang="en-GB" sz="1800" dirty="0"/>
          </a:p>
        </p:txBody>
      </p:sp>
      <p:pic>
        <p:nvPicPr>
          <p:cNvPr id="3074" name="Picture 2" descr="C:\Users\Ours\Desktop\Picture3.png"/>
          <p:cNvPicPr>
            <a:picLocks noChangeAspect="1" noChangeArrowheads="1"/>
          </p:cNvPicPr>
          <p:nvPr userDrawn="1"/>
        </p:nvPicPr>
        <p:blipFill>
          <a:blip r:embed="rId4" cstate="print"/>
          <a:srcRect/>
          <a:stretch>
            <a:fillRect/>
          </a:stretch>
        </p:blipFill>
        <p:spPr bwMode="auto">
          <a:xfrm>
            <a:off x="1129035" y="692700"/>
            <a:ext cx="5065714" cy="817563"/>
          </a:xfrm>
          <a:prstGeom prst="rect">
            <a:avLst/>
          </a:prstGeom>
          <a:noFill/>
        </p:spPr>
      </p:pic>
    </p:spTree>
    <p:extLst>
      <p:ext uri="{BB962C8B-B14F-4D97-AF65-F5344CB8AC3E}">
        <p14:creationId xmlns:p14="http://schemas.microsoft.com/office/powerpoint/2010/main" val="31085688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6387" y="153144"/>
            <a:ext cx="11738670" cy="837456"/>
          </a:xfrm>
          <a:solidFill>
            <a:schemeClr val="bg1"/>
          </a:solidFill>
          <a:ln w="57150">
            <a:noFill/>
          </a:ln>
        </p:spPr>
        <p:txBody>
          <a:bodyPr>
            <a:normAutofit/>
          </a:bodyPr>
          <a:lstStyle>
            <a:lvl1pPr algn="l">
              <a:defRPr sz="3600" b="1">
                <a:solidFill>
                  <a:srgbClr val="FF0000"/>
                </a:solidFill>
                <a:latin typeface="Rockwell Condensed" pitchFamily="18" charset="0"/>
                <a:cs typeface="Times New Roman" pitchFamily="18" charset="0"/>
              </a:defRPr>
            </a:lvl1pPr>
          </a:lstStyle>
          <a:p>
            <a:r>
              <a:rPr lang="en-US" dirty="0"/>
              <a:t>Click to edit master title style</a:t>
            </a:r>
            <a:endParaRPr lang="en-GB" dirty="0"/>
          </a:p>
        </p:txBody>
      </p:sp>
      <p:sp>
        <p:nvSpPr>
          <p:cNvPr id="4" name="Date Placeholder 3"/>
          <p:cNvSpPr>
            <a:spLocks noGrp="1"/>
          </p:cNvSpPr>
          <p:nvPr>
            <p:ph type="dt" sz="half" idx="10"/>
          </p:nvPr>
        </p:nvSpPr>
        <p:spPr/>
        <p:txBody>
          <a:bodyPr/>
          <a:lstStyle/>
          <a:p>
            <a:fld id="{6462E69B-9B3B-437C-9ADF-D56F423A0581}" type="datetimeFigureOut">
              <a:rPr lang="en-GB" smtClean="0"/>
              <a:pPr/>
              <a:t>30/07/2026</a:t>
            </a:fld>
            <a:endParaRPr lang="en-GB"/>
          </a:p>
        </p:txBody>
      </p:sp>
      <p:sp>
        <p:nvSpPr>
          <p:cNvPr id="5" name="Footer Placeholder 4"/>
          <p:cNvSpPr>
            <a:spLocks noGrp="1"/>
          </p:cNvSpPr>
          <p:nvPr>
            <p:ph type="ftr" sz="quarter" idx="11"/>
          </p:nvPr>
        </p:nvSpPr>
        <p:spPr/>
        <p:txBody>
          <a:bodyPr/>
          <a:lstStyle/>
          <a:p>
            <a:endParaRPr lang="en-GB"/>
          </a:p>
        </p:txBody>
      </p:sp>
      <p:pic>
        <p:nvPicPr>
          <p:cNvPr id="7"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41294" b="49226"/>
          <a:stretch>
            <a:fillRect/>
          </a:stretch>
        </p:blipFill>
        <p:spPr bwMode="auto">
          <a:xfrm>
            <a:off x="2" y="6309320"/>
            <a:ext cx="12281948" cy="773752"/>
          </a:xfrm>
          <a:prstGeom prst="rect">
            <a:avLst/>
          </a:prstGeom>
          <a:noFill/>
        </p:spPr>
      </p:pic>
      <p:sp>
        <p:nvSpPr>
          <p:cNvPr id="8" name="Slide Number Placeholder 5"/>
          <p:cNvSpPr txBox="1">
            <a:spLocks/>
          </p:cNvSpPr>
          <p:nvPr userDrawn="1"/>
        </p:nvSpPr>
        <p:spPr>
          <a:xfrm>
            <a:off x="10778109" y="6336704"/>
            <a:ext cx="1045349" cy="548680"/>
          </a:xfrm>
          <a:prstGeom prst="rect">
            <a:avLst/>
          </a:prstGeom>
          <a:solidFill>
            <a:srgbClr val="F7F7F7">
              <a:alpha val="45098"/>
            </a:srgbClr>
          </a:solidFill>
        </p:spPr>
        <p:txBody>
          <a:bodyPr vert="horz" lIns="91440" tIns="45720" rIns="91440" bIns="45720" rtlCol="0" anchor="ctr"/>
          <a:lstStyle>
            <a:lvl1pPr>
              <a:defRPr sz="1400" b="1">
                <a:solidFill>
                  <a:schemeClr val="tx1">
                    <a:lumMod val="95000"/>
                    <a:lumOff val="5000"/>
                  </a:schemeClr>
                </a:solidFill>
                <a:latin typeface="Georgia" pitchFamily="18"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5FE708FE-ED12-4ACB-81C9-F40A112777FF}" type="slidenum">
              <a:rPr kumimoji="0" lang="en-GB" sz="2800" b="1" i="0" u="none" strike="noStrike" kern="1200" cap="none" spc="0" normalizeH="0" baseline="0" noProof="0" smtClean="0">
                <a:ln>
                  <a:noFill/>
                </a:ln>
                <a:solidFill>
                  <a:schemeClr val="bg1"/>
                </a:solidFill>
                <a:effectLst/>
                <a:uLnTx/>
                <a:uFillTx/>
                <a:latin typeface="Georgia"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2800" b="1" i="0" u="none" strike="noStrike" kern="1200" cap="none" spc="0" normalizeH="0" baseline="0" noProof="0" dirty="0">
              <a:ln>
                <a:noFill/>
              </a:ln>
              <a:solidFill>
                <a:schemeClr val="bg1"/>
              </a:solidFill>
              <a:effectLst/>
              <a:uLnTx/>
              <a:uFillTx/>
              <a:latin typeface="Georgia" pitchFamily="18" charset="0"/>
              <a:ea typeface="+mn-ea"/>
              <a:cs typeface="+mn-cs"/>
            </a:endParaRPr>
          </a:p>
        </p:txBody>
      </p:sp>
      <p:pic>
        <p:nvPicPr>
          <p:cNvPr id="10"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144016" y="6363534"/>
            <a:ext cx="624979" cy="665866"/>
          </a:xfrm>
          <a:prstGeom prst="rect">
            <a:avLst/>
          </a:prstGeom>
          <a:noFill/>
        </p:spPr>
      </p:pic>
      <p:sp>
        <p:nvSpPr>
          <p:cNvPr id="3" name="Content Placeholder 2"/>
          <p:cNvSpPr>
            <a:spLocks noGrp="1"/>
          </p:cNvSpPr>
          <p:nvPr>
            <p:ph idx="1"/>
          </p:nvPr>
        </p:nvSpPr>
        <p:spPr>
          <a:xfrm>
            <a:off x="239412" y="1066800"/>
            <a:ext cx="11716352" cy="5170512"/>
          </a:xfrm>
          <a:solidFill>
            <a:schemeClr val="bg1"/>
          </a:solidFill>
          <a:ln>
            <a:noFill/>
          </a:ln>
        </p:spPr>
        <p:txBody>
          <a:bodyPr>
            <a:normAutofit/>
          </a:bodyPr>
          <a:lstStyle>
            <a:lvl1pPr>
              <a:lnSpc>
                <a:spcPct val="100000"/>
              </a:lnSpc>
              <a:spcBef>
                <a:spcPts val="500"/>
              </a:spcBef>
              <a:spcAft>
                <a:spcPts val="500"/>
              </a:spcAft>
              <a:defRPr sz="2800">
                <a:latin typeface="Rockwell" pitchFamily="18" charset="0"/>
              </a:defRPr>
            </a:lvl1pPr>
            <a:lvl2pPr>
              <a:lnSpc>
                <a:spcPct val="100000"/>
              </a:lnSpc>
              <a:spcBef>
                <a:spcPts val="500"/>
              </a:spcBef>
              <a:spcAft>
                <a:spcPts val="500"/>
              </a:spcAft>
              <a:buFont typeface="Wingdings" pitchFamily="2" charset="2"/>
              <a:buChar char="§"/>
              <a:defRPr sz="2400">
                <a:solidFill>
                  <a:srgbClr val="7A0000"/>
                </a:solidFill>
                <a:latin typeface="Rockwell" pitchFamily="18" charset="0"/>
              </a:defRPr>
            </a:lvl2pPr>
            <a:lvl3pPr>
              <a:lnSpc>
                <a:spcPct val="100000"/>
              </a:lnSpc>
              <a:spcBef>
                <a:spcPts val="500"/>
              </a:spcBef>
              <a:spcAft>
                <a:spcPts val="500"/>
              </a:spcAft>
              <a:buFont typeface="Calibri" pitchFamily="34" charset="0"/>
              <a:buChar char="‒"/>
              <a:defRPr sz="2000">
                <a:solidFill>
                  <a:schemeClr val="accent4">
                    <a:lumMod val="50000"/>
                  </a:schemeClr>
                </a:solidFill>
                <a:latin typeface="Rockwell" pitchFamily="18" charset="0"/>
              </a:defRPr>
            </a:lvl3pPr>
            <a:lvl4pPr>
              <a:lnSpc>
                <a:spcPct val="100000"/>
              </a:lnSpc>
              <a:spcBef>
                <a:spcPts val="500"/>
              </a:spcBef>
              <a:spcAft>
                <a:spcPts val="500"/>
              </a:spcAft>
              <a:buFont typeface="Arial" pitchFamily="34" charset="0"/>
              <a:buChar char="•"/>
              <a:defRPr sz="2800">
                <a:latin typeface="Rockwell" pitchFamily="18" charset="0"/>
              </a:defRPr>
            </a:lvl4pPr>
            <a:lvl5pPr>
              <a:lnSpc>
                <a:spcPct val="100000"/>
              </a:lnSpc>
              <a:spcBef>
                <a:spcPts val="500"/>
              </a:spcBef>
              <a:spcAft>
                <a:spcPts val="500"/>
              </a:spcAft>
              <a:defRPr sz="2800">
                <a:latin typeface="Rockwell" pitchFamily="18" charset="0"/>
              </a:defRPr>
            </a:lvl5pPr>
          </a:lstStyle>
          <a:p>
            <a:pPr lvl="0"/>
            <a:r>
              <a:rPr lang="en-US" dirty="0"/>
              <a:t>Click to edit Master text styles</a:t>
            </a:r>
          </a:p>
          <a:p>
            <a:pPr lvl="1"/>
            <a:r>
              <a:rPr lang="en-US" dirty="0"/>
              <a:t>Second level</a:t>
            </a:r>
          </a:p>
          <a:p>
            <a:pPr lvl="2"/>
            <a:r>
              <a:rPr lang="en-US" dirty="0"/>
              <a:t>Third level</a:t>
            </a:r>
          </a:p>
        </p:txBody>
      </p:sp>
      <p:pic>
        <p:nvPicPr>
          <p:cNvPr id="1026" name="Picture 2" descr="C:\Users\Ours\Desktop\Picture1.png"/>
          <p:cNvPicPr>
            <a:picLocks noChangeAspect="1" noChangeArrowheads="1"/>
          </p:cNvPicPr>
          <p:nvPr userDrawn="1"/>
        </p:nvPicPr>
        <p:blipFill>
          <a:blip r:embed="rId4" cstate="print"/>
          <a:srcRect/>
          <a:stretch>
            <a:fillRect/>
          </a:stretch>
        </p:blipFill>
        <p:spPr bwMode="auto">
          <a:xfrm>
            <a:off x="552972" y="6317328"/>
            <a:ext cx="5976665" cy="640064"/>
          </a:xfrm>
          <a:prstGeom prst="rect">
            <a:avLst/>
          </a:prstGeom>
          <a:noFill/>
        </p:spPr>
      </p:pic>
      <p:sp>
        <p:nvSpPr>
          <p:cNvPr id="13" name="TextBox 12"/>
          <p:cNvSpPr txBox="1"/>
          <p:nvPr userDrawn="1"/>
        </p:nvSpPr>
        <p:spPr>
          <a:xfrm>
            <a:off x="724026" y="6707435"/>
            <a:ext cx="2215495" cy="276999"/>
          </a:xfrm>
          <a:prstGeom prst="rect">
            <a:avLst/>
          </a:prstGeom>
          <a:noFill/>
        </p:spPr>
        <p:txBody>
          <a:bodyPr wrap="none" rtlCol="0">
            <a:spAutoFit/>
          </a:bodyPr>
          <a:lstStyle/>
          <a:p>
            <a:r>
              <a:rPr lang="en-US" sz="1200" dirty="0"/>
              <a:t>www.covenantuniversity.edu.ng</a:t>
            </a:r>
            <a:endParaRPr lang="en-GB" sz="1200" dirty="0"/>
          </a:p>
        </p:txBody>
      </p:sp>
      <p:cxnSp>
        <p:nvCxnSpPr>
          <p:cNvPr id="19" name="Straight Connector 18"/>
          <p:cNvCxnSpPr/>
          <p:nvPr userDrawn="1"/>
        </p:nvCxnSpPr>
        <p:spPr>
          <a:xfrm flipV="1">
            <a:off x="8689876" y="1340768"/>
            <a:ext cx="1800001" cy="0"/>
          </a:xfrm>
          <a:prstGeom prst="line">
            <a:avLst/>
          </a:prstGeom>
          <a:ln w="28575">
            <a:solidFill>
              <a:srgbClr val="662C5B"/>
            </a:solidFill>
          </a:ln>
        </p:spPr>
        <p:style>
          <a:lnRef idx="1">
            <a:schemeClr val="dk1"/>
          </a:lnRef>
          <a:fillRef idx="0">
            <a:schemeClr val="dk1"/>
          </a:fillRef>
          <a:effectRef idx="0">
            <a:schemeClr val="dk1"/>
          </a:effectRef>
          <a:fontRef idx="minor">
            <a:schemeClr val="tx1"/>
          </a:fontRef>
        </p:style>
      </p:cxnSp>
      <p:cxnSp>
        <p:nvCxnSpPr>
          <p:cNvPr id="21" name="Straight Connector 20"/>
          <p:cNvCxnSpPr/>
          <p:nvPr userDrawn="1"/>
        </p:nvCxnSpPr>
        <p:spPr>
          <a:xfrm flipV="1">
            <a:off x="10526061" y="1340768"/>
            <a:ext cx="71999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22" name="Straight Connector 21"/>
          <p:cNvCxnSpPr/>
          <p:nvPr userDrawn="1"/>
        </p:nvCxnSpPr>
        <p:spPr>
          <a:xfrm flipV="1">
            <a:off x="11282245" y="1340768"/>
            <a:ext cx="719999"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781136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336" y="4406905"/>
            <a:ext cx="10365899"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336" y="2906713"/>
            <a:ext cx="10365899"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62E69B-9B3B-437C-9ADF-D56F423A0581}" type="datetimeFigureOut">
              <a:rPr lang="en-GB" smtClean="0"/>
              <a:pPr/>
              <a:t>30/07/2026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a:p>
        </p:txBody>
      </p:sp>
    </p:spTree>
    <p:extLst>
      <p:ext uri="{BB962C8B-B14F-4D97-AF65-F5344CB8AC3E}">
        <p14:creationId xmlns:p14="http://schemas.microsoft.com/office/powerpoint/2010/main" val="33411225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759" y="1600205"/>
            <a:ext cx="538620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9214" y="1600205"/>
            <a:ext cx="538620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462E69B-9B3B-437C-9ADF-D56F423A0581}" type="datetimeFigureOut">
              <a:rPr lang="en-GB" smtClean="0"/>
              <a:pPr/>
              <a:t>30/07/2026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a:p>
        </p:txBody>
      </p:sp>
    </p:spTree>
    <p:extLst>
      <p:ext uri="{BB962C8B-B14F-4D97-AF65-F5344CB8AC3E}">
        <p14:creationId xmlns:p14="http://schemas.microsoft.com/office/powerpoint/2010/main" val="6855924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759" y="1535113"/>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759" y="2174875"/>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4983"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4983"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6462E69B-9B3B-437C-9ADF-D56F423A0581}" type="datetimeFigureOut">
              <a:rPr lang="en-GB" smtClean="0"/>
              <a:pPr/>
              <a:t>30/07/2026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5DFEC63-AC9E-491C-B008-E83D881192CD}" type="slidenum">
              <a:rPr lang="en-GB" smtClean="0"/>
              <a:pPr/>
              <a:t>‹#›</a:t>
            </a:fld>
            <a:endParaRPr lang="en-GB"/>
          </a:p>
        </p:txBody>
      </p:sp>
    </p:spTree>
    <p:extLst>
      <p:ext uri="{BB962C8B-B14F-4D97-AF65-F5344CB8AC3E}">
        <p14:creationId xmlns:p14="http://schemas.microsoft.com/office/powerpoint/2010/main" val="42163052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462E69B-9B3B-437C-9ADF-D56F423A0581}" type="datetimeFigureOut">
              <a:rPr lang="en-GB" smtClean="0"/>
              <a:pPr/>
              <a:t>30/07/2026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5DFEC63-AC9E-491C-B008-E83D881192CD}" type="slidenum">
              <a:rPr lang="en-GB" smtClean="0"/>
              <a:pPr/>
              <a:t>‹#›</a:t>
            </a:fld>
            <a:endParaRPr lang="en-GB"/>
          </a:p>
        </p:txBody>
      </p:sp>
    </p:spTree>
    <p:extLst>
      <p:ext uri="{BB962C8B-B14F-4D97-AF65-F5344CB8AC3E}">
        <p14:creationId xmlns:p14="http://schemas.microsoft.com/office/powerpoint/2010/main" val="20328693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62E69B-9B3B-437C-9ADF-D56F423A0581}" type="datetimeFigureOut">
              <a:rPr lang="en-GB" smtClean="0"/>
              <a:pPr/>
              <a:t>30/07/2026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5DFEC63-AC9E-491C-B008-E83D881192CD}" type="slidenum">
              <a:rPr lang="en-GB" smtClean="0"/>
              <a:pPr/>
              <a:t>‹#›</a:t>
            </a:fld>
            <a:endParaRPr lang="en-GB"/>
          </a:p>
        </p:txBody>
      </p:sp>
    </p:spTree>
    <p:extLst>
      <p:ext uri="{BB962C8B-B14F-4D97-AF65-F5344CB8AC3E}">
        <p14:creationId xmlns:p14="http://schemas.microsoft.com/office/powerpoint/2010/main" val="15976495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762" y="273050"/>
            <a:ext cx="4012129"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7974" y="273055"/>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762" y="1435103"/>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62E69B-9B3B-437C-9ADF-D56F423A0581}" type="datetimeFigureOut">
              <a:rPr lang="en-GB" smtClean="0"/>
              <a:pPr/>
              <a:t>30/07/2026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a:p>
        </p:txBody>
      </p:sp>
    </p:spTree>
    <p:extLst>
      <p:ext uri="{BB962C8B-B14F-4D97-AF65-F5344CB8AC3E}">
        <p14:creationId xmlns:p14="http://schemas.microsoft.com/office/powerpoint/2010/main" val="37505609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341" y="4800600"/>
            <a:ext cx="7317105"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90341"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390341"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62E69B-9B3B-437C-9ADF-D56F423A0581}" type="datetimeFigureOut">
              <a:rPr lang="en-GB" smtClean="0"/>
              <a:pPr/>
              <a:t>30/07/2026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a:p>
        </p:txBody>
      </p:sp>
    </p:spTree>
    <p:extLst>
      <p:ext uri="{BB962C8B-B14F-4D97-AF65-F5344CB8AC3E}">
        <p14:creationId xmlns:p14="http://schemas.microsoft.com/office/powerpoint/2010/main" val="20083417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462E69B-9B3B-437C-9ADF-D56F423A0581}" type="datetimeFigureOut">
              <a:rPr lang="en-GB" smtClean="0"/>
              <a:pPr/>
              <a:t>30/07/2026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a:p>
        </p:txBody>
      </p:sp>
    </p:spTree>
    <p:extLst>
      <p:ext uri="{BB962C8B-B14F-4D97-AF65-F5344CB8AC3E}">
        <p14:creationId xmlns:p14="http://schemas.microsoft.com/office/powerpoint/2010/main" val="38907080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1502" y="274643"/>
            <a:ext cx="2743914"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759" y="274643"/>
            <a:ext cx="802849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462E69B-9B3B-437C-9ADF-D56F423A0581}" type="datetimeFigureOut">
              <a:rPr lang="en-GB" smtClean="0"/>
              <a:pPr/>
              <a:t>30/07/2026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a:p>
        </p:txBody>
      </p:sp>
    </p:spTree>
    <p:extLst>
      <p:ext uri="{BB962C8B-B14F-4D97-AF65-F5344CB8AC3E}">
        <p14:creationId xmlns:p14="http://schemas.microsoft.com/office/powerpoint/2010/main" val="2332947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A0C994E-D1D9-4237-9368-FBE4E1BEF6EA}"/>
              </a:ext>
            </a:extLst>
          </p:cNvPr>
          <p:cNvSpPr>
            <a:spLocks noGrp="1"/>
          </p:cNvSpPr>
          <p:nvPr>
            <p:ph type="title"/>
          </p:nvPr>
        </p:nvSpPr>
        <p:spPr bwMode="auto">
          <a:xfrm>
            <a:off x="609600" y="274638"/>
            <a:ext cx="109759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027" name="Text Placeholder 2">
            <a:extLst>
              <a:ext uri="{FF2B5EF4-FFF2-40B4-BE49-F238E27FC236}">
                <a16:creationId xmlns:a16="http://schemas.microsoft.com/office/drawing/2014/main" id="{105B6FD5-1A01-47F3-B607-632369B4AFBA}"/>
              </a:ext>
            </a:extLst>
          </p:cNvPr>
          <p:cNvSpPr>
            <a:spLocks noGrp="1"/>
          </p:cNvSpPr>
          <p:nvPr>
            <p:ph type="body" idx="1"/>
          </p:nvPr>
        </p:nvSpPr>
        <p:spPr bwMode="auto">
          <a:xfrm>
            <a:off x="609600" y="1600200"/>
            <a:ext cx="10975975"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a:extLst>
              <a:ext uri="{FF2B5EF4-FFF2-40B4-BE49-F238E27FC236}">
                <a16:creationId xmlns:a16="http://schemas.microsoft.com/office/drawing/2014/main" id="{135BA835-5EB1-4BBD-8A86-2AA152197A8D}"/>
              </a:ext>
            </a:extLst>
          </p:cNvPr>
          <p:cNvSpPr>
            <a:spLocks noGrp="1"/>
          </p:cNvSpPr>
          <p:nvPr>
            <p:ph type="dt" sz="half" idx="2"/>
          </p:nvPr>
        </p:nvSpPr>
        <p:spPr>
          <a:xfrm>
            <a:off x="609600" y="6356350"/>
            <a:ext cx="2846388"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66759C01-2805-4879-8750-3BE03797AE50}" type="datetimeFigureOut">
              <a:rPr lang="en-GB"/>
              <a:pPr>
                <a:defRPr/>
              </a:pPr>
              <a:t>30/07/2026</a:t>
            </a:fld>
            <a:endParaRPr lang="en-GB"/>
          </a:p>
        </p:txBody>
      </p:sp>
      <p:sp>
        <p:nvSpPr>
          <p:cNvPr id="5" name="Footer Placeholder 4">
            <a:extLst>
              <a:ext uri="{FF2B5EF4-FFF2-40B4-BE49-F238E27FC236}">
                <a16:creationId xmlns:a16="http://schemas.microsoft.com/office/drawing/2014/main" id="{19902214-EF32-4A22-9032-B4135CB0A0A4}"/>
              </a:ext>
            </a:extLst>
          </p:cNvPr>
          <p:cNvSpPr>
            <a:spLocks noGrp="1"/>
          </p:cNvSpPr>
          <p:nvPr>
            <p:ph type="ftr" sz="quarter" idx="3"/>
          </p:nvPr>
        </p:nvSpPr>
        <p:spPr>
          <a:xfrm>
            <a:off x="4167188" y="6356350"/>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GB"/>
          </a:p>
        </p:txBody>
      </p:sp>
      <p:sp>
        <p:nvSpPr>
          <p:cNvPr id="6" name="Slide Number Placeholder 5">
            <a:extLst>
              <a:ext uri="{FF2B5EF4-FFF2-40B4-BE49-F238E27FC236}">
                <a16:creationId xmlns:a16="http://schemas.microsoft.com/office/drawing/2014/main" id="{DFECCDF1-8646-4021-B123-6BF24BE9B467}"/>
              </a:ext>
            </a:extLst>
          </p:cNvPr>
          <p:cNvSpPr>
            <a:spLocks noGrp="1"/>
          </p:cNvSpPr>
          <p:nvPr>
            <p:ph type="sldNum" sz="quarter" idx="4"/>
          </p:nvPr>
        </p:nvSpPr>
        <p:spPr>
          <a:xfrm>
            <a:off x="8739188" y="6356350"/>
            <a:ext cx="2846387"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614933A7-0C32-43BE-8C48-E01004CD8A0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 id="2147483866"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C77B4AC6-32F7-4F7F-9A7E-B1A7F63A09B0}"/>
              </a:ext>
            </a:extLst>
          </p:cNvPr>
          <p:cNvSpPr>
            <a:spLocks noGrp="1"/>
          </p:cNvSpPr>
          <p:nvPr>
            <p:ph type="title"/>
          </p:nvPr>
        </p:nvSpPr>
        <p:spPr bwMode="auto">
          <a:xfrm>
            <a:off x="609600" y="274638"/>
            <a:ext cx="109759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2051" name="Text Placeholder 2">
            <a:extLst>
              <a:ext uri="{FF2B5EF4-FFF2-40B4-BE49-F238E27FC236}">
                <a16:creationId xmlns:a16="http://schemas.microsoft.com/office/drawing/2014/main" id="{AEB24093-B66F-404E-A41F-BAC421FCA142}"/>
              </a:ext>
            </a:extLst>
          </p:cNvPr>
          <p:cNvSpPr>
            <a:spLocks noGrp="1"/>
          </p:cNvSpPr>
          <p:nvPr>
            <p:ph type="body" idx="1"/>
          </p:nvPr>
        </p:nvSpPr>
        <p:spPr bwMode="auto">
          <a:xfrm>
            <a:off x="609600" y="1600200"/>
            <a:ext cx="10975975"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a:extLst>
              <a:ext uri="{FF2B5EF4-FFF2-40B4-BE49-F238E27FC236}">
                <a16:creationId xmlns:a16="http://schemas.microsoft.com/office/drawing/2014/main" id="{1AA6ECD8-BCA9-4379-8D24-016974818912}"/>
              </a:ext>
            </a:extLst>
          </p:cNvPr>
          <p:cNvSpPr>
            <a:spLocks noGrp="1"/>
          </p:cNvSpPr>
          <p:nvPr>
            <p:ph type="dt" sz="half" idx="2"/>
          </p:nvPr>
        </p:nvSpPr>
        <p:spPr>
          <a:xfrm>
            <a:off x="609600" y="6356350"/>
            <a:ext cx="2846388"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E33EDE73-2753-47A4-B01C-5D03CBA91948}" type="datetimeFigureOut">
              <a:rPr lang="en-GB"/>
              <a:pPr>
                <a:defRPr/>
              </a:pPr>
              <a:t>30/07/2026</a:t>
            </a:fld>
            <a:endParaRPr lang="en-GB"/>
          </a:p>
        </p:txBody>
      </p:sp>
      <p:sp>
        <p:nvSpPr>
          <p:cNvPr id="5" name="Footer Placeholder 4">
            <a:extLst>
              <a:ext uri="{FF2B5EF4-FFF2-40B4-BE49-F238E27FC236}">
                <a16:creationId xmlns:a16="http://schemas.microsoft.com/office/drawing/2014/main" id="{D3E844ED-A7A7-45B7-B348-A725C2E881F7}"/>
              </a:ext>
            </a:extLst>
          </p:cNvPr>
          <p:cNvSpPr>
            <a:spLocks noGrp="1"/>
          </p:cNvSpPr>
          <p:nvPr>
            <p:ph type="ftr" sz="quarter" idx="3"/>
          </p:nvPr>
        </p:nvSpPr>
        <p:spPr>
          <a:xfrm>
            <a:off x="4167188" y="6356350"/>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GB"/>
          </a:p>
        </p:txBody>
      </p:sp>
      <p:sp>
        <p:nvSpPr>
          <p:cNvPr id="6" name="Slide Number Placeholder 5">
            <a:extLst>
              <a:ext uri="{FF2B5EF4-FFF2-40B4-BE49-F238E27FC236}">
                <a16:creationId xmlns:a16="http://schemas.microsoft.com/office/drawing/2014/main" id="{2CA4BBC9-E485-4367-9282-56468F214C8A}"/>
              </a:ext>
            </a:extLst>
          </p:cNvPr>
          <p:cNvSpPr>
            <a:spLocks noGrp="1"/>
          </p:cNvSpPr>
          <p:nvPr>
            <p:ph type="sldNum" sz="quarter" idx="4"/>
          </p:nvPr>
        </p:nvSpPr>
        <p:spPr>
          <a:xfrm>
            <a:off x="8739188" y="6356350"/>
            <a:ext cx="2846387"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F21F485B-A124-4981-B3A5-DB3BF1D38767}"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759" y="274638"/>
            <a:ext cx="10975658"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759" y="1600205"/>
            <a:ext cx="10975658"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760" y="6356355"/>
            <a:ext cx="284554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62E69B-9B3B-437C-9ADF-D56F423A0581}" type="datetimeFigureOut">
              <a:rPr lang="en-GB" smtClean="0"/>
              <a:pPr/>
              <a:t>30/07/2026</a:t>
            </a:fld>
            <a:endParaRPr lang="en-GB"/>
          </a:p>
        </p:txBody>
      </p:sp>
      <p:sp>
        <p:nvSpPr>
          <p:cNvPr id="5" name="Footer Placeholder 4"/>
          <p:cNvSpPr>
            <a:spLocks noGrp="1"/>
          </p:cNvSpPr>
          <p:nvPr>
            <p:ph type="ftr" sz="quarter" idx="3"/>
          </p:nvPr>
        </p:nvSpPr>
        <p:spPr>
          <a:xfrm>
            <a:off x="4166685" y="6356355"/>
            <a:ext cx="386180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39875" y="6356355"/>
            <a:ext cx="284554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DFEC63-AC9E-491C-B008-E83D881192CD}" type="slidenum">
              <a:rPr lang="en-GB" smtClean="0"/>
              <a:pPr/>
              <a:t>‹#›</a:t>
            </a:fld>
            <a:endParaRPr lang="en-GB"/>
          </a:p>
        </p:txBody>
      </p:sp>
    </p:spTree>
    <p:extLst>
      <p:ext uri="{BB962C8B-B14F-4D97-AF65-F5344CB8AC3E}">
        <p14:creationId xmlns:p14="http://schemas.microsoft.com/office/powerpoint/2010/main" val="301666206"/>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customXml" Target="../ink/ink4.xml"/><Relationship Id="rId1" Type="http://schemas.openxmlformats.org/officeDocument/2006/relationships/slideLayout" Target="../slideLayouts/slideLayout3.xml"/><Relationship Id="rId6" Type="http://schemas.openxmlformats.org/officeDocument/2006/relationships/customXml" Target="../ink/ink6.xml"/><Relationship Id="rId5" Type="http://schemas.openxmlformats.org/officeDocument/2006/relationships/image" Target="../media/image10.png"/><Relationship Id="rId4" Type="http://schemas.openxmlformats.org/officeDocument/2006/relationships/customXml" Target="../ink/ink5.xml"/><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a:extLst>
              <a:ext uri="{FF2B5EF4-FFF2-40B4-BE49-F238E27FC236}">
                <a16:creationId xmlns:a16="http://schemas.microsoft.com/office/drawing/2014/main" id="{BAC919D8-A155-451D-83FD-028ABFBC537D}"/>
              </a:ext>
            </a:extLst>
          </p:cNvPr>
          <p:cNvSpPr>
            <a:spLocks noGrp="1" noChangeArrowheads="1"/>
          </p:cNvSpPr>
          <p:nvPr>
            <p:ph type="ctrTitle" idx="4294967295"/>
          </p:nvPr>
        </p:nvSpPr>
        <p:spPr>
          <a:xfrm>
            <a:off x="687388" y="2438400"/>
            <a:ext cx="10820400" cy="1524000"/>
          </a:xfrm>
          <a:solidFill>
            <a:schemeClr val="accent5">
              <a:lumMod val="20000"/>
              <a:lumOff val="80000"/>
            </a:schemeClr>
          </a:solidFill>
        </p:spPr>
        <p:txBody>
          <a:bodyPr>
            <a:noAutofit/>
          </a:bodyPr>
          <a:lstStyle/>
          <a:p>
            <a:pPr>
              <a:defRPr/>
            </a:pPr>
            <a:r>
              <a:rPr lang="en-US" b="1" dirty="0"/>
              <a:t>IFT222</a:t>
            </a:r>
            <a:br>
              <a:rPr lang="en-US" b="1" dirty="0"/>
            </a:br>
            <a:r>
              <a:rPr lang="en-US" b="1" dirty="0"/>
              <a:t>Computer Architecture and Organization</a:t>
            </a:r>
            <a:endParaRPr lang="en-US" sz="5400" b="1" dirty="0"/>
          </a:p>
        </p:txBody>
      </p:sp>
      <p:sp>
        <p:nvSpPr>
          <p:cNvPr id="8195" name="Rectangle 7">
            <a:extLst>
              <a:ext uri="{FF2B5EF4-FFF2-40B4-BE49-F238E27FC236}">
                <a16:creationId xmlns:a16="http://schemas.microsoft.com/office/drawing/2014/main" id="{80080B2D-9103-4663-85FB-C00548674746}"/>
              </a:ext>
            </a:extLst>
          </p:cNvPr>
          <p:cNvSpPr>
            <a:spLocks noGrp="1"/>
          </p:cNvSpPr>
          <p:nvPr>
            <p:ph type="subTitle" idx="4294967295"/>
          </p:nvPr>
        </p:nvSpPr>
        <p:spPr>
          <a:xfrm>
            <a:off x="687387" y="4188502"/>
            <a:ext cx="10820399" cy="762000"/>
          </a:xfrm>
          <a:solidFill>
            <a:srgbClr val="92D050"/>
          </a:solidFill>
        </p:spPr>
        <p:txBody>
          <a:bodyPr/>
          <a:lstStyle/>
          <a:p>
            <a:pPr marL="0" indent="0" algn="ctr">
              <a:buFont typeface="Wingdings" panose="05000000000000000000" pitchFamily="2" charset="2"/>
              <a:buNone/>
            </a:pPr>
            <a:r>
              <a:rPr lang="en-US" altLang="en-US" sz="4400" b="1" dirty="0"/>
              <a:t>Revision Class</a:t>
            </a:r>
          </a:p>
        </p:txBody>
      </p:sp>
      <p:pic>
        <p:nvPicPr>
          <p:cNvPr id="8196" name="Picture 3" descr="C:\Users\AZUBUIKE-REBIRTH\Desktop\logo.png">
            <a:extLst>
              <a:ext uri="{FF2B5EF4-FFF2-40B4-BE49-F238E27FC236}">
                <a16:creationId xmlns:a16="http://schemas.microsoft.com/office/drawing/2014/main" id="{64037EF5-9655-42FA-8D49-8944198E82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1088" y="304800"/>
            <a:ext cx="1909762"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B21BF767-6075-4BF3-BC6A-4E91D5CA9E56}"/>
              </a:ext>
            </a:extLst>
          </p:cNvPr>
          <p:cNvSpPr txBox="1">
            <a:spLocks/>
          </p:cNvSpPr>
          <p:nvPr/>
        </p:nvSpPr>
        <p:spPr>
          <a:xfrm>
            <a:off x="914400" y="1752600"/>
            <a:ext cx="10366375" cy="457200"/>
          </a:xfrm>
          <a:prstGeom prst="rect">
            <a:avLst/>
          </a:prstGeom>
        </p:spPr>
        <p:txBody>
          <a:bodyPr anchor="ctr">
            <a:normAutofit/>
          </a:bodyPr>
          <a:lstStyle>
            <a:lvl1pPr>
              <a:defRPr b="1"/>
            </a:lvl1pPr>
          </a:lstStyle>
          <a:p>
            <a:pPr algn="ctr" fontAlgn="auto">
              <a:spcAft>
                <a:spcPts val="0"/>
              </a:spcAft>
              <a:defRPr/>
            </a:pPr>
            <a:r>
              <a:rPr lang="en-US" sz="2400" i="1" dirty="0">
                <a:solidFill>
                  <a:srgbClr val="C00000"/>
                </a:solidFill>
                <a:latin typeface="Calibri"/>
                <a:ea typeface="+mj-ea"/>
                <a:cs typeface="+mj-cs"/>
              </a:rPr>
              <a:t>Department of Computer and Information Sciences</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153987" y="990600"/>
            <a:ext cx="11887200" cy="5257800"/>
          </a:xfrm>
          <a:solidFill>
            <a:schemeClr val="accent5">
              <a:lumMod val="20000"/>
              <a:lumOff val="80000"/>
            </a:schemeClr>
          </a:solidFill>
        </p:spPr>
        <p:txBody>
          <a:bodyPr rtlCol="0">
            <a:noAutofit/>
          </a:bodyPr>
          <a:lstStyle/>
          <a:p>
            <a:pPr algn="just">
              <a:spcBef>
                <a:spcPts val="600"/>
              </a:spcBef>
              <a:spcAft>
                <a:spcPts val="1200"/>
              </a:spcAft>
            </a:pPr>
            <a:r>
              <a:rPr lang="en-GB" sz="2400" b="1" dirty="0">
                <a:effectLst/>
                <a:ea typeface="Calibri" panose="020F0502020204030204" pitchFamily="34" charset="0"/>
                <a:cs typeface="Times New Roman" panose="02020603050405020304" pitchFamily="18" charset="0"/>
              </a:rPr>
              <a:t>Computer architecture</a:t>
            </a:r>
            <a:r>
              <a:rPr lang="en-GB" sz="2400" dirty="0">
                <a:effectLst/>
                <a:ea typeface="Calibri" panose="020F0502020204030204" pitchFamily="34" charset="0"/>
                <a:cs typeface="Times New Roman" panose="02020603050405020304" pitchFamily="18" charset="0"/>
              </a:rPr>
              <a:t> refers to the functional design and logical structure of a computer system. It describes the following aspects of a computer: Instruction set, Data types, Addressing modes, Register organization. </a:t>
            </a:r>
            <a:r>
              <a:rPr lang="en-US" sz="2400" b="1" dirty="0">
                <a:effectLst/>
                <a:ea typeface="Calibri" panose="020F0502020204030204" pitchFamily="34" charset="0"/>
                <a:cs typeface="Times New Roman" panose="02020603050405020304" pitchFamily="18" charset="0"/>
              </a:rPr>
              <a:t>Computer Architecture also answers the  question: “What does the computer do?”</a:t>
            </a:r>
            <a:r>
              <a:rPr lang="en-US" sz="2400" dirty="0">
                <a:effectLst/>
                <a:ea typeface="Calibri" panose="020F0502020204030204" pitchFamily="34" charset="0"/>
                <a:cs typeface="Times New Roman" panose="02020603050405020304" pitchFamily="18" charset="0"/>
              </a:rPr>
              <a:t>						</a:t>
            </a:r>
          </a:p>
          <a:p>
            <a:pPr algn="just">
              <a:spcBef>
                <a:spcPts val="600"/>
              </a:spcBef>
              <a:spcAft>
                <a:spcPts val="1200"/>
              </a:spcAft>
            </a:pPr>
            <a:r>
              <a:rPr lang="en-US" sz="2400" b="1" dirty="0">
                <a:effectLst/>
                <a:ea typeface="Calibri" panose="020F0502020204030204" pitchFamily="34" charset="0"/>
              </a:rPr>
              <a:t>Computer organization</a:t>
            </a:r>
            <a:r>
              <a:rPr lang="en-US" sz="2400" dirty="0">
                <a:effectLst/>
                <a:ea typeface="Calibri" panose="020F0502020204030204" pitchFamily="34" charset="0"/>
              </a:rPr>
              <a:t> refers to the operational units and their interconnections that realize the architectural specifications. Organizational attributes include those hardware details transparent to the programmer, such as control signals; interfaces between the computer and peripherals; and the memory technology used. </a:t>
            </a:r>
            <a:r>
              <a:rPr lang="en-GB" sz="2400" b="1" dirty="0">
                <a:effectLst/>
                <a:ea typeface="Calibri" panose="020F0502020204030204" pitchFamily="34" charset="0"/>
              </a:rPr>
              <a:t>Thus, Computer Organization answers the question: “How does the computer do it?</a:t>
            </a:r>
            <a:endParaRPr lang="en-US" sz="3600" b="1" i="0" u="none" strike="noStrike" baseline="0" dirty="0">
              <a:solidFill>
                <a:srgbClr val="000000"/>
              </a:solidFill>
            </a:endParaRPr>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2</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7889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dirty="0"/>
              <a:t>Computer Architecture vs Computer Organization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153987" y="990600"/>
            <a:ext cx="11887200" cy="5105400"/>
          </a:xfrm>
          <a:solidFill>
            <a:schemeClr val="accent5">
              <a:lumMod val="20000"/>
              <a:lumOff val="80000"/>
            </a:schemeClr>
          </a:solidFill>
        </p:spPr>
        <p:txBody>
          <a:bodyPr rtlCol="0">
            <a:noAutofit/>
          </a:bodyPr>
          <a:lstStyle/>
          <a:p>
            <a:pPr algn="just">
              <a:spcBef>
                <a:spcPts val="600"/>
              </a:spcBef>
              <a:spcAft>
                <a:spcPts val="600"/>
              </a:spcAft>
            </a:pPr>
            <a:r>
              <a:rPr lang="en-US" sz="2400" b="1" i="0" u="none" strike="noStrike" baseline="0" dirty="0">
                <a:solidFill>
                  <a:srgbClr val="000000"/>
                </a:solidFill>
                <a:ea typeface="Calibri" panose="020F0502020204030204" pitchFamily="34" charset="0"/>
                <a:cs typeface="Times New Roman" panose="02020603050405020304" pitchFamily="18" charset="0"/>
              </a:rPr>
              <a:t>Computer Architecture</a:t>
            </a:r>
          </a:p>
          <a:p>
            <a:pPr lvl="1" algn="just">
              <a:spcBef>
                <a:spcPts val="0"/>
              </a:spcBef>
              <a:spcAft>
                <a:spcPts val="0"/>
              </a:spcAft>
            </a:pPr>
            <a:r>
              <a:rPr lang="en-US" sz="2200" b="1" dirty="0">
                <a:ea typeface="Calibri" panose="020F0502020204030204" pitchFamily="34" charset="0"/>
                <a:cs typeface="Times New Roman" panose="02020603050405020304" pitchFamily="18" charset="0"/>
              </a:rPr>
              <a:t>Instruction Set Architecture</a:t>
            </a:r>
          </a:p>
          <a:p>
            <a:pPr lvl="1" algn="just">
              <a:spcBef>
                <a:spcPts val="0"/>
              </a:spcBef>
              <a:spcAft>
                <a:spcPts val="0"/>
              </a:spcAft>
            </a:pPr>
            <a:r>
              <a:rPr lang="en-US" sz="2200" b="1" i="0" u="none" strike="noStrike" baseline="0" dirty="0">
                <a:ea typeface="Calibri" panose="020F0502020204030204" pitchFamily="34" charset="0"/>
                <a:cs typeface="Times New Roman" panose="02020603050405020304" pitchFamily="18" charset="0"/>
              </a:rPr>
              <a:t>Data types and representation</a:t>
            </a:r>
          </a:p>
          <a:p>
            <a:pPr lvl="1" algn="just">
              <a:spcBef>
                <a:spcPts val="0"/>
              </a:spcBef>
              <a:spcAft>
                <a:spcPts val="0"/>
              </a:spcAft>
            </a:pPr>
            <a:r>
              <a:rPr lang="en-US" sz="2200" b="1" dirty="0">
                <a:ea typeface="Calibri" panose="020F0502020204030204" pitchFamily="34" charset="0"/>
                <a:cs typeface="Times New Roman" panose="02020603050405020304" pitchFamily="18" charset="0"/>
              </a:rPr>
              <a:t>Instruction set and format</a:t>
            </a:r>
          </a:p>
          <a:p>
            <a:pPr lvl="1" algn="just">
              <a:spcBef>
                <a:spcPts val="0"/>
              </a:spcBef>
              <a:spcAft>
                <a:spcPts val="0"/>
              </a:spcAft>
            </a:pPr>
            <a:r>
              <a:rPr lang="en-US" sz="2200" b="1" i="0" u="none" strike="noStrike" baseline="0" dirty="0">
                <a:ea typeface="Calibri" panose="020F0502020204030204" pitchFamily="34" charset="0"/>
                <a:cs typeface="Times New Roman" panose="02020603050405020304" pitchFamily="18" charset="0"/>
              </a:rPr>
              <a:t>Addressing Modes</a:t>
            </a:r>
          </a:p>
          <a:p>
            <a:pPr lvl="1" algn="just">
              <a:spcBef>
                <a:spcPts val="0"/>
              </a:spcBef>
              <a:spcAft>
                <a:spcPts val="0"/>
              </a:spcAft>
            </a:pPr>
            <a:r>
              <a:rPr lang="en-US" sz="2200" b="1" dirty="0">
                <a:ea typeface="Calibri" panose="020F0502020204030204" pitchFamily="34" charset="0"/>
                <a:cs typeface="Times New Roman" panose="02020603050405020304" pitchFamily="18" charset="0"/>
              </a:rPr>
              <a:t>Register set</a:t>
            </a:r>
          </a:p>
          <a:p>
            <a:pPr lvl="1" algn="just">
              <a:spcBef>
                <a:spcPts val="0"/>
              </a:spcBef>
              <a:spcAft>
                <a:spcPts val="0"/>
              </a:spcAft>
            </a:pPr>
            <a:r>
              <a:rPr lang="en-US" sz="2200" b="1" i="0" u="none" strike="noStrike" baseline="0" dirty="0">
                <a:ea typeface="Calibri" panose="020F0502020204030204" pitchFamily="34" charset="0"/>
                <a:cs typeface="Times New Roman" panose="02020603050405020304" pitchFamily="18" charset="0"/>
              </a:rPr>
              <a:t>System Design – Von Neumann and Harvard Architectures</a:t>
            </a:r>
          </a:p>
          <a:p>
            <a:pPr algn="just">
              <a:spcBef>
                <a:spcPts val="600"/>
              </a:spcBef>
              <a:spcAft>
                <a:spcPts val="600"/>
              </a:spcAft>
            </a:pPr>
            <a:r>
              <a:rPr lang="en-US" sz="2400" b="1" dirty="0">
                <a:solidFill>
                  <a:srgbClr val="000000"/>
                </a:solidFill>
                <a:ea typeface="Calibri" panose="020F0502020204030204" pitchFamily="34" charset="0"/>
                <a:cs typeface="Times New Roman" panose="02020603050405020304" pitchFamily="18" charset="0"/>
              </a:rPr>
              <a:t>Computer Organization </a:t>
            </a:r>
          </a:p>
          <a:p>
            <a:pPr lvl="1" algn="just">
              <a:spcBef>
                <a:spcPts val="0"/>
              </a:spcBef>
              <a:spcAft>
                <a:spcPts val="0"/>
              </a:spcAft>
            </a:pPr>
            <a:r>
              <a:rPr lang="en-US" sz="2200" b="1" i="0" u="none" strike="noStrike" baseline="0" dirty="0">
                <a:ea typeface="Calibri" panose="020F0502020204030204" pitchFamily="34" charset="0"/>
                <a:cs typeface="Times New Roman" panose="02020603050405020304" pitchFamily="18" charset="0"/>
              </a:rPr>
              <a:t>Control unit</a:t>
            </a:r>
          </a:p>
          <a:p>
            <a:pPr lvl="1" algn="just">
              <a:spcBef>
                <a:spcPts val="0"/>
              </a:spcBef>
              <a:spcAft>
                <a:spcPts val="0"/>
              </a:spcAft>
            </a:pPr>
            <a:r>
              <a:rPr lang="en-US" sz="2200" b="1" dirty="0">
                <a:ea typeface="Calibri" panose="020F0502020204030204" pitchFamily="34" charset="0"/>
                <a:cs typeface="Times New Roman" panose="02020603050405020304" pitchFamily="18" charset="0"/>
              </a:rPr>
              <a:t>ALU unit</a:t>
            </a:r>
          </a:p>
          <a:p>
            <a:pPr lvl="1" algn="just">
              <a:spcBef>
                <a:spcPts val="0"/>
              </a:spcBef>
              <a:spcAft>
                <a:spcPts val="0"/>
              </a:spcAft>
            </a:pPr>
            <a:r>
              <a:rPr lang="en-US" sz="2200" b="1" i="0" u="none" strike="noStrike" baseline="0" dirty="0">
                <a:ea typeface="Calibri" panose="020F0502020204030204" pitchFamily="34" charset="0"/>
                <a:cs typeface="Times New Roman" panose="02020603050405020304" pitchFamily="18" charset="0"/>
              </a:rPr>
              <a:t>Memory organization</a:t>
            </a:r>
          </a:p>
          <a:p>
            <a:pPr lvl="1" algn="just">
              <a:spcBef>
                <a:spcPts val="0"/>
              </a:spcBef>
              <a:spcAft>
                <a:spcPts val="0"/>
              </a:spcAft>
            </a:pPr>
            <a:r>
              <a:rPr lang="en-US" sz="2200" b="1" dirty="0">
                <a:ea typeface="Calibri" panose="020F0502020204030204" pitchFamily="34" charset="0"/>
                <a:cs typeface="Times New Roman" panose="02020603050405020304" pitchFamily="18" charset="0"/>
              </a:rPr>
              <a:t>Input/Output Systems</a:t>
            </a:r>
          </a:p>
          <a:p>
            <a:pPr lvl="1" algn="just">
              <a:spcBef>
                <a:spcPts val="0"/>
              </a:spcBef>
              <a:spcAft>
                <a:spcPts val="0"/>
              </a:spcAft>
            </a:pPr>
            <a:r>
              <a:rPr lang="en-US" sz="2200" b="1" i="0" u="none" strike="noStrike" baseline="0" dirty="0">
                <a:ea typeface="Calibri" panose="020F0502020204030204" pitchFamily="34" charset="0"/>
                <a:cs typeface="Times New Roman" panose="02020603050405020304" pitchFamily="18" charset="0"/>
              </a:rPr>
              <a:t>System Buses and Interconnections</a:t>
            </a:r>
          </a:p>
          <a:p>
            <a:pPr lvl="1" algn="just">
              <a:spcBef>
                <a:spcPts val="0"/>
              </a:spcBef>
              <a:spcAft>
                <a:spcPts val="0"/>
              </a:spcAft>
            </a:pPr>
            <a:r>
              <a:rPr lang="en-US" sz="2200" b="1" dirty="0" err="1">
                <a:ea typeface="Calibri" panose="020F0502020204030204" pitchFamily="34" charset="0"/>
                <a:cs typeface="Times New Roman" panose="02020603050405020304" pitchFamily="18" charset="0"/>
              </a:rPr>
              <a:t>Pipelling</a:t>
            </a:r>
            <a:r>
              <a:rPr lang="en-US" sz="2200" b="1" dirty="0">
                <a:ea typeface="Calibri" panose="020F0502020204030204" pitchFamily="34" charset="0"/>
                <a:cs typeface="Times New Roman" panose="02020603050405020304" pitchFamily="18" charset="0"/>
              </a:rPr>
              <a:t> and Parallelism</a:t>
            </a:r>
            <a:endParaRPr lang="en-US" sz="2200" b="1" i="0" u="none" strike="noStrike" baseline="0" dirty="0"/>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3</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7889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3600" dirty="0"/>
              <a:t>Components of Computer Arch. &amp; Computer Organization</a:t>
            </a:r>
          </a:p>
        </p:txBody>
      </p:sp>
    </p:spTree>
    <p:extLst>
      <p:ext uri="{BB962C8B-B14F-4D97-AF65-F5344CB8AC3E}">
        <p14:creationId xmlns:p14="http://schemas.microsoft.com/office/powerpoint/2010/main" val="98170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153987" y="990600"/>
            <a:ext cx="11887200" cy="5257800"/>
          </a:xfrm>
          <a:solidFill>
            <a:schemeClr val="accent5">
              <a:lumMod val="20000"/>
              <a:lumOff val="80000"/>
            </a:schemeClr>
          </a:solidFill>
        </p:spPr>
        <p:txBody>
          <a:bodyPr rtlCol="0">
            <a:noAutofit/>
          </a:bodyPr>
          <a:lstStyle/>
          <a:p>
            <a:pPr marL="0" marR="0" lvl="0" indent="0" algn="just">
              <a:spcBef>
                <a:spcPts val="600"/>
              </a:spcBef>
              <a:spcAft>
                <a:spcPts val="600"/>
              </a:spcAft>
              <a:buNone/>
            </a:pPr>
            <a:r>
              <a:rPr lang="en-US" sz="2400" b="1" dirty="0">
                <a:effectLst/>
                <a:ea typeface="Calibri" panose="020F0502020204030204" pitchFamily="34" charset="0"/>
                <a:cs typeface="Times New Roman" panose="02020603050405020304" pitchFamily="18" charset="0"/>
              </a:rPr>
              <a:t>Representation of Signed and Unsigned Numbers</a:t>
            </a:r>
          </a:p>
          <a:p>
            <a:pPr algn="just">
              <a:spcBef>
                <a:spcPts val="600"/>
              </a:spcBef>
              <a:spcAft>
                <a:spcPts val="600"/>
              </a:spcAft>
            </a:pPr>
            <a:r>
              <a:rPr lang="en-US" sz="2400" b="1" i="0" u="none" strike="noStrike" baseline="0" dirty="0">
                <a:solidFill>
                  <a:srgbClr val="000000"/>
                </a:solidFill>
                <a:ea typeface="Calibri" panose="020F0502020204030204" pitchFamily="34" charset="0"/>
                <a:cs typeface="Times New Roman" panose="02020603050405020304" pitchFamily="18" charset="0"/>
              </a:rPr>
              <a:t>Unsigned Numbers</a:t>
            </a:r>
          </a:p>
          <a:p>
            <a:pPr algn="just">
              <a:spcBef>
                <a:spcPts val="600"/>
              </a:spcBef>
              <a:spcAft>
                <a:spcPts val="600"/>
              </a:spcAft>
            </a:pPr>
            <a:r>
              <a:rPr lang="en-US" sz="2400" b="1" dirty="0">
                <a:solidFill>
                  <a:srgbClr val="000000"/>
                </a:solidFill>
                <a:ea typeface="Calibri" panose="020F0502020204030204" pitchFamily="34" charset="0"/>
                <a:cs typeface="Times New Roman" panose="02020603050405020304" pitchFamily="18" charset="0"/>
              </a:rPr>
              <a:t>Signed Numbers </a:t>
            </a:r>
            <a:r>
              <a:rPr lang="en-US" sz="2400" b="1" i="0" u="none" strike="noStrike" baseline="0" dirty="0">
                <a:solidFill>
                  <a:srgbClr val="000000"/>
                </a:solidFill>
                <a:ea typeface="Calibri" panose="020F0502020204030204" pitchFamily="34" charset="0"/>
                <a:cs typeface="Times New Roman" panose="02020603050405020304" pitchFamily="18" charset="0"/>
              </a:rPr>
              <a:t> </a:t>
            </a:r>
          </a:p>
          <a:p>
            <a:pPr lvl="1" algn="just">
              <a:spcBef>
                <a:spcPts val="600"/>
              </a:spcBef>
              <a:spcAft>
                <a:spcPts val="600"/>
              </a:spcAft>
            </a:pPr>
            <a:r>
              <a:rPr lang="en-US" b="1" dirty="0">
                <a:ea typeface="Calibri" panose="020F0502020204030204" pitchFamily="34" charset="0"/>
                <a:cs typeface="Times New Roman" panose="02020603050405020304" pitchFamily="18" charset="0"/>
              </a:rPr>
              <a:t>Sign – Magnitude representation</a:t>
            </a:r>
          </a:p>
          <a:p>
            <a:pPr lvl="1" algn="just">
              <a:spcBef>
                <a:spcPts val="600"/>
              </a:spcBef>
              <a:spcAft>
                <a:spcPts val="600"/>
              </a:spcAft>
            </a:pPr>
            <a:r>
              <a:rPr lang="en-US" b="1" i="0" u="none" strike="noStrike" baseline="0" dirty="0">
                <a:ea typeface="Calibri" panose="020F0502020204030204" pitchFamily="34" charset="0"/>
                <a:cs typeface="Times New Roman" panose="02020603050405020304" pitchFamily="18" charset="0"/>
              </a:rPr>
              <a:t>1’s complement representation – end-around carry</a:t>
            </a:r>
          </a:p>
          <a:p>
            <a:pPr lvl="1" algn="just">
              <a:spcBef>
                <a:spcPts val="600"/>
              </a:spcBef>
              <a:spcAft>
                <a:spcPts val="600"/>
              </a:spcAft>
            </a:pPr>
            <a:r>
              <a:rPr lang="en-US" b="1" dirty="0">
                <a:ea typeface="Calibri" panose="020F0502020204030204" pitchFamily="34" charset="0"/>
                <a:cs typeface="Times New Roman" panose="02020603050405020304" pitchFamily="18" charset="0"/>
              </a:rPr>
              <a:t>2’s complement representation</a:t>
            </a:r>
          </a:p>
          <a:p>
            <a:pPr marL="0" marR="0" lvl="0" indent="0" algn="just">
              <a:spcBef>
                <a:spcPts val="600"/>
              </a:spcBef>
              <a:spcAft>
                <a:spcPts val="600"/>
              </a:spcAft>
              <a:buNone/>
            </a:pPr>
            <a:r>
              <a:rPr lang="en-US" sz="2400" b="1" dirty="0">
                <a:effectLst/>
                <a:ea typeface="Calibri" panose="020F0502020204030204" pitchFamily="34" charset="0"/>
                <a:cs typeface="Times New Roman" panose="02020603050405020304" pitchFamily="18" charset="0"/>
              </a:rPr>
              <a:t>Other Representations</a:t>
            </a:r>
          </a:p>
          <a:p>
            <a:pPr lvl="1" algn="just">
              <a:spcBef>
                <a:spcPts val="600"/>
              </a:spcBef>
              <a:spcAft>
                <a:spcPts val="600"/>
              </a:spcAft>
            </a:pPr>
            <a:r>
              <a:rPr lang="en-US" b="1" dirty="0">
                <a:ea typeface="Calibri" panose="020F0502020204030204" pitchFamily="34" charset="0"/>
                <a:cs typeface="Times New Roman" panose="02020603050405020304" pitchFamily="18" charset="0"/>
              </a:rPr>
              <a:t>Floating Point numbers</a:t>
            </a:r>
          </a:p>
          <a:p>
            <a:pPr lvl="1" algn="just">
              <a:spcBef>
                <a:spcPts val="600"/>
              </a:spcBef>
              <a:spcAft>
                <a:spcPts val="600"/>
              </a:spcAft>
            </a:pPr>
            <a:r>
              <a:rPr lang="en-US" b="1" dirty="0">
                <a:effectLst/>
                <a:ea typeface="Calibri" panose="020F0502020204030204" pitchFamily="34" charset="0"/>
                <a:cs typeface="Times New Roman" panose="02020603050405020304" pitchFamily="18" charset="0"/>
              </a:rPr>
              <a:t>Graphics and objects</a:t>
            </a:r>
            <a:endParaRPr lang="en-US" b="1" i="0" u="none" strike="noStrike" baseline="0" dirty="0">
              <a:solidFill>
                <a:srgbClr val="000000"/>
              </a:solidFill>
              <a:ea typeface="Calibri" panose="020F0502020204030204" pitchFamily="34" charset="0"/>
              <a:cs typeface="Times New Roman" panose="02020603050405020304" pitchFamily="18" charset="0"/>
            </a:endParaRPr>
          </a:p>
          <a:p>
            <a:pPr lvl="1" algn="just">
              <a:spcBef>
                <a:spcPts val="600"/>
              </a:spcBef>
              <a:spcAft>
                <a:spcPts val="600"/>
              </a:spcAft>
            </a:pPr>
            <a:endParaRPr lang="en-US" b="1" dirty="0">
              <a:ea typeface="Calibri" panose="020F0502020204030204" pitchFamily="34" charset="0"/>
              <a:cs typeface="Times New Roman" panose="02020603050405020304" pitchFamily="18" charset="0"/>
            </a:endParaRPr>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4</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7889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400" dirty="0"/>
              <a:t>Data Representation</a:t>
            </a:r>
          </a:p>
        </p:txBody>
      </p:sp>
    </p:spTree>
    <p:extLst>
      <p:ext uri="{BB962C8B-B14F-4D97-AF65-F5344CB8AC3E}">
        <p14:creationId xmlns:p14="http://schemas.microsoft.com/office/powerpoint/2010/main" val="278554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125869" y="934996"/>
            <a:ext cx="11887200" cy="5257800"/>
          </a:xfrm>
          <a:solidFill>
            <a:schemeClr val="accent5">
              <a:lumMod val="20000"/>
              <a:lumOff val="80000"/>
            </a:schemeClr>
          </a:solidFill>
        </p:spPr>
        <p:txBody>
          <a:bodyPr rtlCol="0">
            <a:noAutofit/>
          </a:bodyPr>
          <a:lstStyle/>
          <a:p>
            <a:pPr marL="360045" marR="0" indent="-360045" algn="just">
              <a:lnSpc>
                <a:spcPct val="107000"/>
              </a:lnSpc>
              <a:spcBef>
                <a:spcPts val="0"/>
              </a:spcBef>
              <a:spcAft>
                <a:spcPts val="600"/>
              </a:spcAft>
              <a:tabLst>
                <a:tab pos="360045" algn="l"/>
              </a:tabLst>
            </a:pPr>
            <a:r>
              <a:rPr lang="en-GB" sz="2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 spacecraft telemetry system uses a 16-bit processor to transmit environmental measurements. The following values are to be stored </a:t>
            </a:r>
          </a:p>
          <a:p>
            <a:pPr marL="760095" lvl="1" indent="-360045" algn="just">
              <a:lnSpc>
                <a:spcPct val="107000"/>
              </a:lnSpc>
              <a:spcBef>
                <a:spcPts val="0"/>
              </a:spcBef>
              <a:spcAft>
                <a:spcPts val="600"/>
              </a:spcAft>
              <a:tabLst>
                <a:tab pos="360045" algn="l"/>
              </a:tabLst>
            </a:pPr>
            <a:r>
              <a:rPr lang="en-GB"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Temperature = -182;</a:t>
            </a:r>
          </a:p>
          <a:p>
            <a:pPr marL="760095" lvl="1" indent="-360045" algn="just">
              <a:lnSpc>
                <a:spcPct val="107000"/>
              </a:lnSpc>
              <a:spcBef>
                <a:spcPts val="0"/>
              </a:spcBef>
              <a:spcAft>
                <a:spcPts val="600"/>
              </a:spcAft>
              <a:tabLst>
                <a:tab pos="360045" algn="l"/>
              </a:tabLst>
            </a:pPr>
            <a:r>
              <a:rPr lang="en-GB"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Pressure = 487;</a:t>
            </a:r>
          </a:p>
          <a:p>
            <a:pPr marL="760095" lvl="1" indent="-360045" algn="just">
              <a:lnSpc>
                <a:spcPct val="107000"/>
              </a:lnSpc>
              <a:spcBef>
                <a:spcPts val="0"/>
              </a:spcBef>
              <a:spcAft>
                <a:spcPts val="600"/>
              </a:spcAft>
              <a:tabLst>
                <a:tab pos="360045" algn="l"/>
              </a:tabLst>
            </a:pPr>
            <a:r>
              <a:rPr lang="en-GB" b="1" dirty="0">
                <a:solidFill>
                  <a:srgbClr val="000000"/>
                </a:solidFill>
                <a:latin typeface="Times New Roman" panose="02020603050405020304" pitchFamily="18" charset="0"/>
                <a:cs typeface="Times New Roman" panose="02020603050405020304" pitchFamily="18" charset="0"/>
              </a:rPr>
              <a:t>Altitude = -1023.</a:t>
            </a:r>
          </a:p>
          <a:p>
            <a:pPr marL="760095" lvl="1" indent="-360045" algn="just">
              <a:lnSpc>
                <a:spcPct val="107000"/>
              </a:lnSpc>
              <a:spcBef>
                <a:spcPts val="0"/>
              </a:spcBef>
              <a:spcAft>
                <a:spcPts val="600"/>
              </a:spcAft>
              <a:tabLst>
                <a:tab pos="360045" algn="l"/>
              </a:tabLst>
            </a:pPr>
            <a:r>
              <a:rPr lang="en-GB" sz="2200" b="1" dirty="0">
                <a:effectLst/>
                <a:latin typeface="Times New Roman" panose="02020603050405020304" pitchFamily="18" charset="0"/>
                <a:ea typeface="Times New Roman" panose="02020603050405020304" pitchFamily="18" charset="0"/>
                <a:cs typeface="Times New Roman" panose="02020603050405020304" pitchFamily="18" charset="0"/>
              </a:rPr>
              <a:t>The processor uses 2's complement representation for signed integers.</a:t>
            </a:r>
          </a:p>
          <a:p>
            <a:pPr marL="360045" marR="0">
              <a:spcBef>
                <a:spcPts val="0"/>
              </a:spcBef>
              <a:spcAft>
                <a:spcPts val="600"/>
              </a:spcAft>
            </a:pPr>
            <a:r>
              <a:rPr lang="en-GB" sz="2400" dirty="0" err="1">
                <a:solidFill>
                  <a:srgbClr val="000000"/>
                </a:solidFill>
                <a:effectLst/>
                <a:latin typeface="Times New Roman" panose="02020603050405020304" pitchFamily="18" charset="0"/>
                <a:ea typeface="Times New Roman" panose="02020603050405020304" pitchFamily="18" charset="0"/>
              </a:rPr>
              <a:t>i</a:t>
            </a:r>
            <a:r>
              <a:rPr lang="en-GB" sz="2400" dirty="0">
                <a:solidFill>
                  <a:srgbClr val="000000"/>
                </a:solidFill>
                <a:effectLst/>
                <a:latin typeface="Times New Roman" panose="02020603050405020304" pitchFamily="18" charset="0"/>
                <a:ea typeface="Times New Roman" panose="02020603050405020304" pitchFamily="18" charset="0"/>
              </a:rPr>
              <a:t>) Determine the range of values representable in a 16-bit two's complement system.</a:t>
            </a:r>
            <a:endParaRPr lang="en-US" sz="2400" dirty="0">
              <a:effectLst/>
              <a:latin typeface="Times New Roman" panose="02020603050405020304" pitchFamily="18" charset="0"/>
              <a:ea typeface="Times New Roman" panose="02020603050405020304" pitchFamily="18" charset="0"/>
            </a:endParaRPr>
          </a:p>
          <a:p>
            <a:pPr marL="17145" marR="0" indent="0">
              <a:spcBef>
                <a:spcPts val="0"/>
              </a:spcBef>
              <a:spcAft>
                <a:spcPts val="600"/>
              </a:spcAft>
              <a:buNone/>
            </a:pPr>
            <a:r>
              <a:rPr lang="en-GB" sz="2400" dirty="0">
                <a:solidFill>
                  <a:srgbClr val="000000"/>
                </a:solidFill>
                <a:latin typeface="Times New Roman" panose="02020603050405020304" pitchFamily="18" charset="0"/>
                <a:ea typeface="Times New Roman" panose="02020603050405020304" pitchFamily="18" charset="0"/>
              </a:rPr>
              <a:t>        </a:t>
            </a:r>
            <a:r>
              <a:rPr lang="en-GB" sz="2400" dirty="0">
                <a:solidFill>
                  <a:srgbClr val="000000"/>
                </a:solidFill>
                <a:effectLst/>
                <a:latin typeface="Times New Roman" panose="02020603050405020304" pitchFamily="18" charset="0"/>
                <a:ea typeface="Times New Roman" panose="02020603050405020304" pitchFamily="18" charset="0"/>
              </a:rPr>
              <a:t>Indicate whether the given numbers fall within the range of value 			</a:t>
            </a:r>
          </a:p>
          <a:p>
            <a:pPr marL="360045" marR="0">
              <a:spcBef>
                <a:spcPts val="0"/>
              </a:spcBef>
              <a:spcAft>
                <a:spcPts val="600"/>
              </a:spcAft>
            </a:pPr>
            <a:r>
              <a:rPr lang="en-GB" sz="2400" dirty="0">
                <a:solidFill>
                  <a:srgbClr val="000000"/>
                </a:solidFill>
                <a:effectLst/>
                <a:latin typeface="Times New Roman" panose="02020603050405020304" pitchFamily="18" charset="0"/>
                <a:ea typeface="Times New Roman" panose="02020603050405020304" pitchFamily="18" charset="0"/>
              </a:rPr>
              <a:t>ii) Represent each value in: Binary and Hexadecimal 					</a:t>
            </a:r>
            <a:endParaRPr lang="en-US" sz="2400" dirty="0">
              <a:effectLst/>
              <a:latin typeface="Times New Roman" panose="02020603050405020304" pitchFamily="18" charset="0"/>
              <a:ea typeface="Times New Roman" panose="02020603050405020304" pitchFamily="18" charset="0"/>
            </a:endParaRPr>
          </a:p>
          <a:p>
            <a:pPr marL="360045" marR="0">
              <a:spcBef>
                <a:spcPts val="0"/>
              </a:spcBef>
              <a:spcAft>
                <a:spcPts val="600"/>
              </a:spcAft>
            </a:pPr>
            <a:r>
              <a:rPr lang="en-GB" sz="2400" dirty="0">
                <a:solidFill>
                  <a:srgbClr val="000000"/>
                </a:solidFill>
                <a:effectLst/>
                <a:latin typeface="Times New Roman" panose="02020603050405020304" pitchFamily="18" charset="0"/>
                <a:ea typeface="Times New Roman" panose="02020603050405020304" pitchFamily="18" charset="0"/>
              </a:rPr>
              <a:t>iii) Demonstrate how the processor uses two’s complement to compute	 </a:t>
            </a:r>
            <a:r>
              <a:rPr lang="en-GB"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(−182) + 487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lvl="1" algn="just">
              <a:spcBef>
                <a:spcPts val="600"/>
              </a:spcBef>
              <a:spcAft>
                <a:spcPts val="600"/>
              </a:spcAft>
            </a:pPr>
            <a:endParaRPr lang="en-US" b="1" dirty="0">
              <a:ea typeface="Calibri" panose="020F0502020204030204" pitchFamily="34" charset="0"/>
              <a:cs typeface="Times New Roman" panose="02020603050405020304" pitchFamily="18" charset="0"/>
            </a:endParaRPr>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5</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7889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400" dirty="0"/>
              <a:t>Data Representation - Example</a:t>
            </a:r>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8C3E81B4-8509-410C-9ECB-96C6F025ED5E}"/>
                  </a:ext>
                </a:extLst>
              </p14:cNvPr>
              <p14:cNvContentPartPr/>
              <p14:nvPr/>
            </p14:nvContentPartPr>
            <p14:xfrm>
              <a:off x="4137748" y="1877437"/>
              <a:ext cx="478800" cy="452880"/>
            </p14:xfrm>
          </p:contentPart>
        </mc:Choice>
        <mc:Fallback>
          <p:pic>
            <p:nvPicPr>
              <p:cNvPr id="6" name="Ink 5">
                <a:extLst>
                  <a:ext uri="{FF2B5EF4-FFF2-40B4-BE49-F238E27FC236}">
                    <a16:creationId xmlns:a16="http://schemas.microsoft.com/office/drawing/2014/main" id="{8C3E81B4-8509-410C-9ECB-96C6F025ED5E}"/>
                  </a:ext>
                </a:extLst>
              </p:cNvPr>
              <p:cNvPicPr/>
              <p:nvPr/>
            </p:nvPicPr>
            <p:blipFill>
              <a:blip r:embed="rId3"/>
              <a:stretch>
                <a:fillRect/>
              </a:stretch>
            </p:blipFill>
            <p:spPr>
              <a:xfrm>
                <a:off x="4129101" y="1868437"/>
                <a:ext cx="496453" cy="470520"/>
              </a:xfrm>
              <a:prstGeom prst="rect">
                <a:avLst/>
              </a:prstGeom>
            </p:spPr>
          </p:pic>
        </mc:Fallback>
      </mc:AlternateContent>
    </p:spTree>
    <p:extLst>
      <p:ext uri="{BB962C8B-B14F-4D97-AF65-F5344CB8AC3E}">
        <p14:creationId xmlns:p14="http://schemas.microsoft.com/office/powerpoint/2010/main" val="922848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153987" y="990600"/>
            <a:ext cx="11887200" cy="5257800"/>
          </a:xfrm>
          <a:solidFill>
            <a:schemeClr val="accent5">
              <a:lumMod val="20000"/>
              <a:lumOff val="80000"/>
            </a:schemeClr>
          </a:solidFill>
        </p:spPr>
        <p:txBody>
          <a:bodyPr rtlCol="0">
            <a:noAutofit/>
          </a:bodyPr>
          <a:lstStyle/>
          <a:p>
            <a:pPr marL="17145" marR="0" indent="0">
              <a:lnSpc>
                <a:spcPct val="107000"/>
              </a:lnSpc>
              <a:spcBef>
                <a:spcPts val="0"/>
              </a:spcBef>
              <a:spcAft>
                <a:spcPts val="0"/>
              </a:spcAft>
              <a:buNone/>
            </a:pPr>
            <a:r>
              <a:rPr lang="en-GB" sz="2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2200" b="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GB" sz="2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Range									</a:t>
            </a:r>
            <a:endParaRPr lang="en-US" sz="22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60045" marR="0">
              <a:spcBef>
                <a:spcPts val="0"/>
              </a:spcBef>
              <a:spcAft>
                <a:spcPts val="0"/>
              </a:spcAft>
            </a:pPr>
            <a:r>
              <a:rPr lang="en-GB" sz="2200" dirty="0">
                <a:solidFill>
                  <a:srgbClr val="000000"/>
                </a:solidFill>
                <a:effectLst/>
                <a:latin typeface="Times New Roman" panose="02020603050405020304" pitchFamily="18" charset="0"/>
                <a:ea typeface="Times New Roman" panose="02020603050405020304" pitchFamily="18" charset="0"/>
              </a:rPr>
              <a:t>For a 16-bit two's complement system,</a:t>
            </a:r>
            <a:endParaRPr lang="en-US" sz="2200" dirty="0">
              <a:effectLst/>
              <a:latin typeface="Times New Roman" panose="02020603050405020304" pitchFamily="18" charset="0"/>
              <a:ea typeface="Times New Roman" panose="02020603050405020304" pitchFamily="18" charset="0"/>
            </a:endParaRPr>
          </a:p>
          <a:p>
            <a:pPr marL="474345" marR="0" indent="0">
              <a:lnSpc>
                <a:spcPct val="107000"/>
              </a:lnSpc>
              <a:spcBef>
                <a:spcPts val="0"/>
              </a:spcBef>
              <a:spcAft>
                <a:spcPts val="0"/>
              </a:spcAft>
              <a:buNone/>
            </a:pPr>
            <a:r>
              <a:rPr lang="en-GB"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Range  	= −2</a:t>
            </a:r>
            <a:r>
              <a:rPr lang="en-GB" sz="2200" baseline="30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15</a:t>
            </a:r>
            <a:r>
              <a:rPr lang="en-GB"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to 2</a:t>
            </a:r>
            <a:r>
              <a:rPr lang="en-GB" sz="2200" baseline="30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15</a:t>
            </a:r>
            <a:r>
              <a:rPr lang="en-GB"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817245" marR="0" indent="0">
              <a:lnSpc>
                <a:spcPct val="107000"/>
              </a:lnSpc>
              <a:spcBef>
                <a:spcPts val="0"/>
              </a:spcBef>
              <a:spcAft>
                <a:spcPts val="0"/>
              </a:spcAft>
              <a:buNone/>
            </a:pPr>
            <a:r>
              <a:rPr lang="en-GB"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−32768 to 32767 						</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360045" marR="0">
              <a:spcBef>
                <a:spcPts val="0"/>
              </a:spcBef>
              <a:spcAft>
                <a:spcPts val="0"/>
              </a:spcAft>
            </a:pPr>
            <a:r>
              <a:rPr lang="en-GB" sz="2200" b="1" dirty="0">
                <a:solidFill>
                  <a:srgbClr val="7A0000"/>
                </a:solidFill>
                <a:effectLst/>
                <a:latin typeface="Times New Roman" panose="02020603050405020304" pitchFamily="18" charset="0"/>
                <a:ea typeface="Times New Roman" panose="02020603050405020304" pitchFamily="18" charset="0"/>
              </a:rPr>
              <a:t>All three values fall within the range.</a:t>
            </a:r>
            <a:r>
              <a:rPr lang="en-GB" sz="2200" b="1" dirty="0">
                <a:solidFill>
                  <a:srgbClr val="000000"/>
                </a:solidFill>
                <a:effectLst/>
                <a:latin typeface="Times New Roman" panose="02020603050405020304" pitchFamily="18" charset="0"/>
                <a:ea typeface="Times New Roman" panose="02020603050405020304" pitchFamily="18" charset="0"/>
              </a:rPr>
              <a:t>	</a:t>
            </a:r>
            <a:r>
              <a:rPr lang="en-GB" sz="2200" dirty="0">
                <a:solidFill>
                  <a:srgbClr val="000000"/>
                </a:solidFill>
                <a:effectLst/>
                <a:latin typeface="Times New Roman" panose="02020603050405020304" pitchFamily="18" charset="0"/>
                <a:ea typeface="Times New Roman" panose="02020603050405020304" pitchFamily="18" charset="0"/>
              </a:rPr>
              <a:t>				 </a:t>
            </a:r>
            <a:endParaRPr lang="en-US" sz="2200" dirty="0">
              <a:effectLst/>
              <a:latin typeface="Times New Roman" panose="02020603050405020304" pitchFamily="18" charset="0"/>
              <a:ea typeface="Times New Roman" panose="02020603050405020304" pitchFamily="18" charset="0"/>
            </a:endParaRPr>
          </a:p>
          <a:p>
            <a:pPr marL="0" marR="0">
              <a:lnSpc>
                <a:spcPct val="107000"/>
              </a:lnSpc>
              <a:spcBef>
                <a:spcPts val="0"/>
              </a:spcBef>
              <a:spcAft>
                <a:spcPts val="0"/>
              </a:spcAft>
            </a:pP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17145" marR="0" indent="0">
              <a:lnSpc>
                <a:spcPct val="107000"/>
              </a:lnSpc>
              <a:spcBef>
                <a:spcPts val="0"/>
              </a:spcBef>
              <a:spcAft>
                <a:spcPts val="0"/>
              </a:spcAft>
              <a:buNone/>
            </a:pPr>
            <a:r>
              <a:rPr lang="en-GB" sz="2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(ii) Representations</a:t>
            </a:r>
            <a:endParaRPr lang="en-US" sz="22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60045" marR="0">
              <a:spcBef>
                <a:spcPts val="0"/>
              </a:spcBef>
              <a:spcAft>
                <a:spcPts val="0"/>
              </a:spcAft>
            </a:pPr>
            <a:r>
              <a:rPr lang="en-GB" sz="2200" b="1" dirty="0">
                <a:solidFill>
                  <a:srgbClr val="000000"/>
                </a:solidFill>
                <a:effectLst/>
                <a:latin typeface="Times New Roman" panose="02020603050405020304" pitchFamily="18" charset="0"/>
                <a:ea typeface="Times New Roman" panose="02020603050405020304" pitchFamily="18" charset="0"/>
              </a:rPr>
              <a:t>Temperature = –182</a:t>
            </a:r>
            <a:endParaRPr lang="en-US" sz="2200" b="1" dirty="0">
              <a:effectLst/>
              <a:latin typeface="Times New Roman" panose="02020603050405020304" pitchFamily="18" charset="0"/>
              <a:ea typeface="Times New Roman" panose="02020603050405020304" pitchFamily="18" charset="0"/>
            </a:endParaRPr>
          </a:p>
          <a:p>
            <a:pPr marL="360045" marR="0">
              <a:spcBef>
                <a:spcPts val="0"/>
              </a:spcBef>
              <a:spcAft>
                <a:spcPts val="0"/>
              </a:spcAft>
            </a:pPr>
            <a:r>
              <a:rPr lang="en-GB" sz="2200" b="1" dirty="0">
                <a:solidFill>
                  <a:srgbClr val="000000"/>
                </a:solidFill>
                <a:effectLst/>
                <a:latin typeface="Times New Roman" panose="02020603050405020304" pitchFamily="18" charset="0"/>
                <a:ea typeface="Times New Roman" panose="02020603050405020304" pitchFamily="18" charset="0"/>
              </a:rPr>
              <a:t>182</a:t>
            </a:r>
            <a:endParaRPr lang="en-US" sz="2200" dirty="0">
              <a:effectLst/>
              <a:latin typeface="Times New Roman" panose="02020603050405020304" pitchFamily="18" charset="0"/>
              <a:ea typeface="Times New Roman" panose="02020603050405020304" pitchFamily="18" charset="0"/>
            </a:endParaRPr>
          </a:p>
          <a:p>
            <a:pPr marL="360045" marR="0">
              <a:spcBef>
                <a:spcPts val="0"/>
              </a:spcBef>
              <a:spcAft>
                <a:spcPts val="0"/>
              </a:spcAft>
            </a:pPr>
            <a:r>
              <a:rPr lang="en-GB" sz="2200" dirty="0">
                <a:solidFill>
                  <a:srgbClr val="000000"/>
                </a:solidFill>
                <a:effectLst/>
                <a:latin typeface="Times New Roman" panose="02020603050405020304" pitchFamily="18" charset="0"/>
                <a:ea typeface="Times New Roman" panose="02020603050405020304" pitchFamily="18" charset="0"/>
              </a:rPr>
              <a:t>Binary (16 bits): 	 0000000010110110 (+182)</a:t>
            </a:r>
            <a:endParaRPr lang="en-US" sz="2200" dirty="0">
              <a:effectLst/>
              <a:latin typeface="Times New Roman" panose="02020603050405020304" pitchFamily="18" charset="0"/>
              <a:ea typeface="Times New Roman" panose="02020603050405020304" pitchFamily="18" charset="0"/>
            </a:endParaRPr>
          </a:p>
          <a:p>
            <a:pPr marL="360045" marR="0">
              <a:spcBef>
                <a:spcPts val="0"/>
              </a:spcBef>
              <a:spcAft>
                <a:spcPts val="0"/>
              </a:spcAft>
            </a:pPr>
            <a:r>
              <a:rPr lang="en-GB" sz="2200" dirty="0">
                <a:solidFill>
                  <a:srgbClr val="000000"/>
                </a:solidFill>
                <a:effectLst/>
                <a:latin typeface="Times New Roman" panose="02020603050405020304" pitchFamily="18" charset="0"/>
                <a:ea typeface="Times New Roman" panose="02020603050405020304" pitchFamily="18" charset="0"/>
              </a:rPr>
              <a:t>Invert: 		 1111111101001001 (1’s complement)</a:t>
            </a:r>
            <a:endParaRPr lang="en-US" sz="2200" dirty="0">
              <a:effectLst/>
              <a:latin typeface="Times New Roman" panose="02020603050405020304" pitchFamily="18" charset="0"/>
              <a:ea typeface="Times New Roman" panose="02020603050405020304" pitchFamily="18" charset="0"/>
            </a:endParaRPr>
          </a:p>
          <a:p>
            <a:pPr marL="360045" marR="0">
              <a:spcBef>
                <a:spcPts val="0"/>
              </a:spcBef>
              <a:spcAft>
                <a:spcPts val="0"/>
              </a:spcAft>
            </a:pPr>
            <a:r>
              <a:rPr lang="en-GB" sz="2200" dirty="0">
                <a:solidFill>
                  <a:srgbClr val="000000"/>
                </a:solidFill>
                <a:effectLst/>
                <a:latin typeface="Times New Roman" panose="02020603050405020304" pitchFamily="18" charset="0"/>
                <a:ea typeface="Times New Roman" panose="02020603050405020304" pitchFamily="18" charset="0"/>
              </a:rPr>
              <a:t>Add 1</a:t>
            </a:r>
            <a:endParaRPr lang="en-US" sz="2200" dirty="0">
              <a:effectLst/>
              <a:latin typeface="Times New Roman" panose="02020603050405020304" pitchFamily="18" charset="0"/>
              <a:ea typeface="Times New Roman" panose="02020603050405020304" pitchFamily="18" charset="0"/>
            </a:endParaRPr>
          </a:p>
          <a:p>
            <a:pPr marL="360045" marR="0">
              <a:lnSpc>
                <a:spcPct val="107000"/>
              </a:lnSpc>
              <a:spcBef>
                <a:spcPts val="0"/>
              </a:spcBef>
              <a:spcAft>
                <a:spcPts val="0"/>
              </a:spcAft>
            </a:pPr>
            <a:r>
              <a:rPr lang="en-GB" sz="22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Binary Value: 	</a:t>
            </a:r>
            <a:r>
              <a:rPr lang="en-GB"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1111111101001010 (2’s complement)					</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360045" marR="0">
              <a:spcBef>
                <a:spcPts val="0"/>
              </a:spcBef>
              <a:spcAft>
                <a:spcPts val="0"/>
              </a:spcAft>
            </a:pPr>
            <a:r>
              <a:rPr lang="en-GB" sz="2200" dirty="0">
                <a:solidFill>
                  <a:srgbClr val="000000"/>
                </a:solidFill>
                <a:effectLst/>
                <a:latin typeface="Times New Roman" panose="02020603050405020304" pitchFamily="18" charset="0"/>
                <a:ea typeface="Times New Roman" panose="02020603050405020304" pitchFamily="18" charset="0"/>
              </a:rPr>
              <a:t>Hex: 		FF4A							</a:t>
            </a:r>
            <a:endParaRPr lang="en-US" sz="2200" dirty="0">
              <a:effectLst/>
              <a:latin typeface="Times New Roman" panose="02020603050405020304" pitchFamily="18" charset="0"/>
              <a:ea typeface="Times New Roman" panose="02020603050405020304" pitchFamily="18" charset="0"/>
            </a:endParaRPr>
          </a:p>
          <a:p>
            <a:pPr lvl="1" algn="just">
              <a:spcBef>
                <a:spcPts val="600"/>
              </a:spcBef>
              <a:spcAft>
                <a:spcPts val="600"/>
              </a:spcAft>
            </a:pPr>
            <a:endParaRPr lang="en-US" sz="2200" b="1" dirty="0">
              <a:ea typeface="Calibri" panose="020F0502020204030204" pitchFamily="34" charset="0"/>
              <a:cs typeface="Times New Roman" panose="02020603050405020304" pitchFamily="18" charset="0"/>
            </a:endParaRPr>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6</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7889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400" dirty="0"/>
              <a:t>Data Representation - Example</a:t>
            </a:r>
          </a:p>
        </p:txBody>
      </p:sp>
      <mc:AlternateContent xmlns:mc="http://schemas.openxmlformats.org/markup-compatibility/2006">
        <mc:Choice xmlns:p14="http://schemas.microsoft.com/office/powerpoint/2010/main" Requires="p14">
          <p:contentPart p14:bwMode="auto" r:id="rId2">
            <p14:nvContentPartPr>
              <p14:cNvPr id="70727" name="Ink 70726">
                <a:extLst>
                  <a:ext uri="{FF2B5EF4-FFF2-40B4-BE49-F238E27FC236}">
                    <a16:creationId xmlns:a16="http://schemas.microsoft.com/office/drawing/2014/main" id="{7CB4CE6D-2692-4FFD-B167-5A18FA478788}"/>
                  </a:ext>
                </a:extLst>
              </p14:cNvPr>
              <p14:cNvContentPartPr/>
              <p14:nvPr/>
            </p14:nvContentPartPr>
            <p14:xfrm>
              <a:off x="1440988" y="731160"/>
              <a:ext cx="10756800" cy="5130500"/>
            </p14:xfrm>
          </p:contentPart>
        </mc:Choice>
        <mc:Fallback>
          <p:pic>
            <p:nvPicPr>
              <p:cNvPr id="70727" name="Ink 70726">
                <a:extLst>
                  <a:ext uri="{FF2B5EF4-FFF2-40B4-BE49-F238E27FC236}">
                    <a16:creationId xmlns:a16="http://schemas.microsoft.com/office/drawing/2014/main" id="{7CB4CE6D-2692-4FFD-B167-5A18FA478788}"/>
                  </a:ext>
                </a:extLst>
              </p:cNvPr>
              <p:cNvPicPr/>
              <p:nvPr/>
            </p:nvPicPr>
            <p:blipFill>
              <a:blip r:embed="rId3"/>
              <a:stretch>
                <a:fillRect/>
              </a:stretch>
            </p:blipFill>
            <p:spPr>
              <a:xfrm>
                <a:off x="1431988" y="722161"/>
                <a:ext cx="10774440" cy="5148138"/>
              </a:xfrm>
              <a:prstGeom prst="rect">
                <a:avLst/>
              </a:prstGeom>
            </p:spPr>
          </p:pic>
        </mc:Fallback>
      </mc:AlternateContent>
    </p:spTree>
    <p:extLst>
      <p:ext uri="{BB962C8B-B14F-4D97-AF65-F5344CB8AC3E}">
        <p14:creationId xmlns:p14="http://schemas.microsoft.com/office/powerpoint/2010/main" val="2960418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153987" y="990600"/>
            <a:ext cx="11887200" cy="5257800"/>
          </a:xfrm>
          <a:solidFill>
            <a:schemeClr val="accent5">
              <a:lumMod val="20000"/>
              <a:lumOff val="80000"/>
            </a:schemeClr>
          </a:solidFill>
        </p:spPr>
        <p:txBody>
          <a:bodyPr rtlCol="0">
            <a:noAutofit/>
          </a:bodyPr>
          <a:lstStyle/>
          <a:p>
            <a:pPr marL="17145" marR="0" indent="0">
              <a:spcBef>
                <a:spcPts val="0"/>
              </a:spcBef>
              <a:spcAft>
                <a:spcPts val="0"/>
              </a:spcAft>
              <a:buNone/>
            </a:pPr>
            <a:r>
              <a:rPr lang="en-GB" sz="2400" b="1" dirty="0">
                <a:solidFill>
                  <a:srgbClr val="000000"/>
                </a:solidFill>
                <a:effectLst/>
                <a:latin typeface="Times New Roman" panose="02020603050405020304" pitchFamily="18" charset="0"/>
                <a:ea typeface="Times New Roman" panose="02020603050405020304" pitchFamily="18" charset="0"/>
              </a:rPr>
              <a:t>Pressure = 487</a:t>
            </a:r>
            <a:endParaRPr lang="en-US" sz="2400" b="1" dirty="0">
              <a:effectLst/>
              <a:latin typeface="Times New Roman" panose="02020603050405020304" pitchFamily="18" charset="0"/>
              <a:ea typeface="Times New Roman" panose="02020603050405020304" pitchFamily="18" charset="0"/>
            </a:endParaRPr>
          </a:p>
          <a:p>
            <a:pPr marL="360045" marR="0">
              <a:spcBef>
                <a:spcPts val="0"/>
              </a:spcBef>
              <a:spcAft>
                <a:spcPts val="0"/>
              </a:spcAft>
            </a:pPr>
            <a:r>
              <a:rPr lang="en-GB" sz="2400" dirty="0">
                <a:solidFill>
                  <a:srgbClr val="000000"/>
                </a:solidFill>
                <a:effectLst/>
                <a:latin typeface="Times New Roman" panose="02020603050405020304" pitchFamily="18" charset="0"/>
                <a:ea typeface="Times New Roman" panose="02020603050405020304" pitchFamily="18" charset="0"/>
              </a:rPr>
              <a:t>Binary: 		0000000111100111			</a:t>
            </a:r>
            <a:endParaRPr lang="en-US" sz="2400" dirty="0">
              <a:effectLst/>
              <a:latin typeface="Times New Roman" panose="02020603050405020304" pitchFamily="18" charset="0"/>
              <a:ea typeface="Times New Roman" panose="02020603050405020304" pitchFamily="18" charset="0"/>
            </a:endParaRPr>
          </a:p>
          <a:p>
            <a:pPr marL="360045" marR="0">
              <a:spcBef>
                <a:spcPts val="0"/>
              </a:spcBef>
              <a:spcAft>
                <a:spcPts val="0"/>
              </a:spcAft>
            </a:pPr>
            <a:r>
              <a:rPr lang="en-GB" sz="2400" dirty="0">
                <a:solidFill>
                  <a:srgbClr val="000000"/>
                </a:solidFill>
                <a:effectLst/>
                <a:latin typeface="Times New Roman" panose="02020603050405020304" pitchFamily="18" charset="0"/>
                <a:ea typeface="Times New Roman" panose="02020603050405020304" pitchFamily="18" charset="0"/>
              </a:rPr>
              <a:t>Hex:  		</a:t>
            </a:r>
            <a:r>
              <a:rPr lang="en-GB" sz="2400" b="1" dirty="0">
                <a:solidFill>
                  <a:srgbClr val="000000"/>
                </a:solidFill>
                <a:effectLst/>
                <a:latin typeface="Times New Roman" panose="02020603050405020304" pitchFamily="18" charset="0"/>
                <a:ea typeface="Times New Roman" panose="02020603050405020304" pitchFamily="18" charset="0"/>
              </a:rPr>
              <a:t>01E7</a:t>
            </a:r>
            <a:r>
              <a:rPr lang="en-GB" sz="2400" dirty="0">
                <a:solidFill>
                  <a:srgbClr val="000000"/>
                </a:solidFill>
                <a:effectLst/>
                <a:latin typeface="Times New Roman" panose="02020603050405020304" pitchFamily="18" charset="0"/>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a:p>
            <a:pPr marL="360045" marR="0">
              <a:lnSpc>
                <a:spcPct val="107000"/>
              </a:lnSpc>
              <a:spcBef>
                <a:spcPts val="0"/>
              </a:spcBef>
              <a:spcAft>
                <a:spcPts val="0"/>
              </a:spcAft>
            </a:pPr>
            <a:r>
              <a:rPr lang="en-GB"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17145" marR="0" indent="0">
              <a:spcBef>
                <a:spcPts val="0"/>
              </a:spcBef>
              <a:spcAft>
                <a:spcPts val="0"/>
              </a:spcAft>
              <a:buNone/>
            </a:pPr>
            <a:r>
              <a:rPr lang="en-GB" sz="2400" b="1" dirty="0">
                <a:solidFill>
                  <a:srgbClr val="000000"/>
                </a:solidFill>
                <a:effectLst/>
                <a:latin typeface="Times New Roman" panose="02020603050405020304" pitchFamily="18" charset="0"/>
                <a:ea typeface="Times New Roman" panose="02020603050405020304" pitchFamily="18" charset="0"/>
              </a:rPr>
              <a:t>Altitude = –1023</a:t>
            </a:r>
            <a:endParaRPr lang="en-US" sz="2400" b="1" dirty="0">
              <a:effectLst/>
              <a:latin typeface="Times New Roman" panose="02020603050405020304" pitchFamily="18" charset="0"/>
              <a:ea typeface="Times New Roman" panose="02020603050405020304" pitchFamily="18" charset="0"/>
            </a:endParaRPr>
          </a:p>
          <a:p>
            <a:pPr marL="360045" marR="0">
              <a:spcBef>
                <a:spcPts val="0"/>
              </a:spcBef>
              <a:spcAft>
                <a:spcPts val="0"/>
              </a:spcAft>
            </a:pPr>
            <a:r>
              <a:rPr lang="en-GB" sz="2400" dirty="0">
                <a:solidFill>
                  <a:srgbClr val="000000"/>
                </a:solidFill>
                <a:effectLst/>
                <a:latin typeface="Times New Roman" panose="02020603050405020304" pitchFamily="18" charset="0"/>
                <a:ea typeface="Times New Roman" panose="02020603050405020304" pitchFamily="18" charset="0"/>
              </a:rPr>
              <a:t>1023</a:t>
            </a:r>
            <a:endParaRPr lang="en-US" sz="2400" dirty="0">
              <a:effectLst/>
              <a:latin typeface="Times New Roman" panose="02020603050405020304" pitchFamily="18" charset="0"/>
              <a:ea typeface="Times New Roman" panose="02020603050405020304" pitchFamily="18" charset="0"/>
            </a:endParaRPr>
          </a:p>
          <a:p>
            <a:pPr marL="360045" marR="0">
              <a:spcBef>
                <a:spcPts val="0"/>
              </a:spcBef>
              <a:spcAft>
                <a:spcPts val="0"/>
              </a:spcAft>
            </a:pPr>
            <a:r>
              <a:rPr lang="en-GB" sz="2400" dirty="0">
                <a:solidFill>
                  <a:srgbClr val="000000"/>
                </a:solidFill>
                <a:effectLst/>
                <a:latin typeface="Times New Roman" panose="02020603050405020304" pitchFamily="18" charset="0"/>
                <a:ea typeface="Times New Roman" panose="02020603050405020304" pitchFamily="18" charset="0"/>
              </a:rPr>
              <a:t>Binary: 		0000001111111111 (+1023)			</a:t>
            </a:r>
            <a:endParaRPr lang="en-US" sz="2400" dirty="0">
              <a:effectLst/>
              <a:latin typeface="Times New Roman" panose="02020603050405020304" pitchFamily="18" charset="0"/>
              <a:ea typeface="Times New Roman" panose="02020603050405020304" pitchFamily="18" charset="0"/>
            </a:endParaRPr>
          </a:p>
          <a:p>
            <a:pPr marL="360045" marR="0">
              <a:spcBef>
                <a:spcPts val="0"/>
              </a:spcBef>
              <a:spcAft>
                <a:spcPts val="0"/>
              </a:spcAft>
            </a:pPr>
            <a:r>
              <a:rPr lang="en-GB" sz="2400" dirty="0">
                <a:solidFill>
                  <a:srgbClr val="000000"/>
                </a:solidFill>
                <a:effectLst/>
                <a:latin typeface="Times New Roman" panose="02020603050405020304" pitchFamily="18" charset="0"/>
                <a:ea typeface="Times New Roman" panose="02020603050405020304" pitchFamily="18" charset="0"/>
              </a:rPr>
              <a:t>Invert: 		1111110000000000  (1’s complement)</a:t>
            </a:r>
            <a:endParaRPr lang="en-US" sz="2400" dirty="0">
              <a:effectLst/>
              <a:latin typeface="Times New Roman" panose="02020603050405020304" pitchFamily="18" charset="0"/>
              <a:ea typeface="Times New Roman" panose="02020603050405020304" pitchFamily="18" charset="0"/>
            </a:endParaRPr>
          </a:p>
          <a:p>
            <a:pPr marL="360045" marR="0">
              <a:spcBef>
                <a:spcPts val="0"/>
              </a:spcBef>
              <a:spcAft>
                <a:spcPts val="0"/>
              </a:spcAft>
            </a:pPr>
            <a:r>
              <a:rPr lang="en-GB" sz="2400" dirty="0">
                <a:solidFill>
                  <a:srgbClr val="000000"/>
                </a:solidFill>
                <a:effectLst/>
                <a:latin typeface="Times New Roman" panose="02020603050405020304" pitchFamily="18" charset="0"/>
                <a:ea typeface="Times New Roman" panose="02020603050405020304" pitchFamily="18" charset="0"/>
              </a:rPr>
              <a:t>Add </a:t>
            </a:r>
          </a:p>
          <a:p>
            <a:pPr marL="360045">
              <a:spcBef>
                <a:spcPts val="0"/>
              </a:spcBef>
              <a:spcAft>
                <a:spcPts val="0"/>
              </a:spcAft>
            </a:pPr>
            <a:r>
              <a:rPr lang="en-GB" sz="2400" dirty="0">
                <a:solidFill>
                  <a:srgbClr val="000000"/>
                </a:solidFill>
                <a:latin typeface="Times New Roman" panose="02020603050405020304" pitchFamily="18" charset="0"/>
                <a:ea typeface="Times New Roman" panose="02020603050405020304" pitchFamily="18" charset="0"/>
              </a:rPr>
              <a:t>Binary 		</a:t>
            </a:r>
            <a:r>
              <a:rPr lang="en-GB" sz="2400" dirty="0">
                <a:solidFill>
                  <a:srgbClr val="000000"/>
                </a:solidFill>
                <a:effectLst/>
                <a:latin typeface="Times New Roman" panose="02020603050405020304" pitchFamily="18" charset="0"/>
                <a:ea typeface="Times New Roman" panose="02020603050405020304" pitchFamily="18" charset="0"/>
              </a:rPr>
              <a:t>1</a:t>
            </a:r>
            <a:r>
              <a:rPr lang="en-GB"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1111110000000001</a:t>
            </a:r>
            <a:r>
              <a:rPr lang="en-GB"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(2’s complement)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60045">
              <a:spcBef>
                <a:spcPts val="0"/>
              </a:spcBef>
              <a:spcAft>
                <a:spcPts val="0"/>
              </a:spcAft>
            </a:pPr>
            <a:r>
              <a:rPr lang="en-GB" sz="2400" dirty="0">
                <a:solidFill>
                  <a:srgbClr val="000000"/>
                </a:solidFill>
                <a:effectLst/>
                <a:latin typeface="Times New Roman" panose="02020603050405020304" pitchFamily="18" charset="0"/>
                <a:ea typeface="Times New Roman" panose="02020603050405020304" pitchFamily="18" charset="0"/>
              </a:rPr>
              <a:t>Hex: 		</a:t>
            </a:r>
            <a:r>
              <a:rPr lang="en-GB" sz="2400" b="1" dirty="0">
                <a:solidFill>
                  <a:srgbClr val="000000"/>
                </a:solidFill>
                <a:effectLst/>
                <a:latin typeface="Times New Roman" panose="02020603050405020304" pitchFamily="18" charset="0"/>
                <a:ea typeface="Times New Roman" panose="02020603050405020304" pitchFamily="18" charset="0"/>
              </a:rPr>
              <a:t>FC01</a:t>
            </a:r>
            <a:r>
              <a:rPr lang="en-GB" sz="2400" dirty="0">
                <a:solidFill>
                  <a:srgbClr val="000000"/>
                </a:solidFill>
                <a:effectLst/>
                <a:latin typeface="Times New Roman" panose="02020603050405020304" pitchFamily="18" charset="0"/>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a:p>
            <a:pPr lvl="1" algn="just">
              <a:spcBef>
                <a:spcPts val="600"/>
              </a:spcBef>
              <a:spcAft>
                <a:spcPts val="600"/>
              </a:spcAft>
            </a:pPr>
            <a:endParaRPr lang="en-US" b="1" dirty="0">
              <a:ea typeface="Calibri" panose="020F0502020204030204" pitchFamily="34" charset="0"/>
              <a:cs typeface="Times New Roman" panose="02020603050405020304" pitchFamily="18" charset="0"/>
            </a:endParaRPr>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7</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7889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400" dirty="0"/>
              <a:t>Data Representation - Example</a:t>
            </a:r>
          </a:p>
        </p:txBody>
      </p:sp>
      <mc:AlternateContent xmlns:mc="http://schemas.openxmlformats.org/markup-compatibility/2006">
        <mc:Choice xmlns:p14="http://schemas.microsoft.com/office/powerpoint/2010/main" Requires="p14">
          <p:contentPart p14:bwMode="auto" r:id="rId2">
            <p14:nvContentPartPr>
              <p14:cNvPr id="13352" name="Ink 13351">
                <a:extLst>
                  <a:ext uri="{FF2B5EF4-FFF2-40B4-BE49-F238E27FC236}">
                    <a16:creationId xmlns:a16="http://schemas.microsoft.com/office/drawing/2014/main" id="{1634D16C-281C-4EEC-BA9D-D939FB69DB3F}"/>
                  </a:ext>
                </a:extLst>
              </p14:cNvPr>
              <p14:cNvContentPartPr/>
              <p14:nvPr/>
            </p14:nvContentPartPr>
            <p14:xfrm>
              <a:off x="1454668" y="1044500"/>
              <a:ext cx="10361520" cy="4792985"/>
            </p14:xfrm>
          </p:contentPart>
        </mc:Choice>
        <mc:Fallback>
          <p:pic>
            <p:nvPicPr>
              <p:cNvPr id="13352" name="Ink 13351">
                <a:extLst>
                  <a:ext uri="{FF2B5EF4-FFF2-40B4-BE49-F238E27FC236}">
                    <a16:creationId xmlns:a16="http://schemas.microsoft.com/office/drawing/2014/main" id="{1634D16C-281C-4EEC-BA9D-D939FB69DB3F}"/>
                  </a:ext>
                </a:extLst>
              </p:cNvPr>
              <p:cNvPicPr/>
              <p:nvPr/>
            </p:nvPicPr>
            <p:blipFill>
              <a:blip r:embed="rId3"/>
              <a:stretch>
                <a:fillRect/>
              </a:stretch>
            </p:blipFill>
            <p:spPr>
              <a:xfrm>
                <a:off x="1445668" y="1035500"/>
                <a:ext cx="10379160" cy="4810625"/>
              </a:xfrm>
              <a:prstGeom prst="rect">
                <a:avLst/>
              </a:prstGeom>
            </p:spPr>
          </p:pic>
        </mc:Fallback>
      </mc:AlternateContent>
    </p:spTree>
    <p:extLst>
      <p:ext uri="{BB962C8B-B14F-4D97-AF65-F5344CB8AC3E}">
        <p14:creationId xmlns:p14="http://schemas.microsoft.com/office/powerpoint/2010/main" val="41170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153987" y="990600"/>
            <a:ext cx="11887200" cy="5257800"/>
          </a:xfrm>
          <a:solidFill>
            <a:schemeClr val="accent5">
              <a:lumMod val="20000"/>
              <a:lumOff val="80000"/>
            </a:schemeClr>
          </a:solidFill>
        </p:spPr>
        <p:txBody>
          <a:bodyPr rtlCol="0">
            <a:noAutofit/>
          </a:bodyPr>
          <a:lstStyle/>
          <a:p>
            <a:pPr marL="0" marR="0" indent="0" algn="just">
              <a:lnSpc>
                <a:spcPct val="107000"/>
              </a:lnSpc>
              <a:spcBef>
                <a:spcPts val="0"/>
              </a:spcBef>
              <a:spcAft>
                <a:spcPts val="600"/>
              </a:spcAft>
              <a:buNone/>
              <a:tabLst>
                <a:tab pos="360045" algn="l"/>
              </a:tabLs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(iii) Binary Addition</a:t>
            </a:r>
          </a:p>
          <a:p>
            <a:pPr marL="0" marR="0" indent="0" algn="just">
              <a:lnSpc>
                <a:spcPct val="107000"/>
              </a:lnSpc>
              <a:spcBef>
                <a:spcPts val="0"/>
              </a:spcBef>
              <a:spcAft>
                <a:spcPts val="600"/>
              </a:spcAft>
              <a:buNone/>
              <a:tabLst>
                <a:tab pos="360045" algn="l"/>
              </a:tabLs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-182 = 1111111101001010	(2’s complement)	</a:t>
            </a:r>
          </a:p>
          <a:p>
            <a:pPr marL="0" marR="0" indent="0" algn="just">
              <a:lnSpc>
                <a:spcPct val="107000"/>
              </a:lnSpc>
              <a:spcBef>
                <a:spcPts val="0"/>
              </a:spcBef>
              <a:spcAft>
                <a:spcPts val="600"/>
              </a:spcAft>
              <a:buNone/>
              <a:tabLst>
                <a:tab pos="360045" algn="l"/>
              </a:tabLs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487  = 0000000111100111</a:t>
            </a:r>
          </a:p>
          <a:p>
            <a:pPr marL="360045" marR="0" indent="-360045" algn="just">
              <a:lnSpc>
                <a:spcPct val="107000"/>
              </a:lnSpc>
              <a:spcBef>
                <a:spcPts val="0"/>
              </a:spcBef>
              <a:spcAft>
                <a:spcPts val="600"/>
              </a:spcAft>
              <a:tabLst>
                <a:tab pos="360045" algn="l"/>
              </a:tabLs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Addition</a:t>
            </a:r>
          </a:p>
          <a:p>
            <a:pPr marL="360045" marR="0" indent="-360045" algn="just">
              <a:lnSpc>
                <a:spcPct val="107000"/>
              </a:lnSpc>
              <a:spcBef>
                <a:spcPts val="0"/>
              </a:spcBef>
              <a:spcAft>
                <a:spcPts val="0"/>
              </a:spcAft>
              <a:tabLst>
                <a:tab pos="360045" algn="l"/>
              </a:tabLs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1111111101001010					</a:t>
            </a:r>
          </a:p>
          <a:p>
            <a:pPr marL="360045" marR="0" indent="-360045" algn="just">
              <a:lnSpc>
                <a:spcPct val="107000"/>
              </a:lnSpc>
              <a:spcBef>
                <a:spcPts val="0"/>
              </a:spcBef>
              <a:spcAft>
                <a:spcPts val="0"/>
              </a:spcAft>
              <a:tabLst>
                <a:tab pos="360045" algn="l"/>
              </a:tabLs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0000000111100111					</a:t>
            </a:r>
          </a:p>
          <a:p>
            <a:pPr marL="360045" marR="0" indent="-360045" algn="just">
              <a:lnSpc>
                <a:spcPct val="107000"/>
              </a:lnSpc>
              <a:spcBef>
                <a:spcPts val="0"/>
              </a:spcBef>
              <a:spcAft>
                <a:spcPts val="0"/>
              </a:spcAft>
              <a:tabLst>
                <a:tab pos="360045" algn="l"/>
              </a:tabLs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marL="360045" marR="0" indent="-360045" algn="just">
              <a:lnSpc>
                <a:spcPct val="107000"/>
              </a:lnSpc>
              <a:spcBef>
                <a:spcPts val="0"/>
              </a:spcBef>
              <a:spcAft>
                <a:spcPts val="600"/>
              </a:spcAft>
              <a:tabLst>
                <a:tab pos="360045" algn="l"/>
              </a:tabLs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0000000100110001					</a:t>
            </a:r>
          </a:p>
          <a:p>
            <a:pPr marL="360045" marR="0" indent="-360045" algn="just">
              <a:lnSpc>
                <a:spcPct val="107000"/>
              </a:lnSpc>
              <a:spcBef>
                <a:spcPts val="0"/>
              </a:spcBef>
              <a:spcAft>
                <a:spcPts val="600"/>
              </a:spcAft>
              <a:tabLst>
                <a:tab pos="360045" algn="l"/>
              </a:tabLs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Result: 305							</a:t>
            </a:r>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8</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7889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400" dirty="0"/>
              <a:t>Data Representation - Example</a:t>
            </a:r>
          </a:p>
        </p:txBody>
      </p:sp>
    </p:spTree>
    <p:extLst>
      <p:ext uri="{BB962C8B-B14F-4D97-AF65-F5344CB8AC3E}">
        <p14:creationId xmlns:p14="http://schemas.microsoft.com/office/powerpoint/2010/main" val="2114931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165100" y="876300"/>
            <a:ext cx="11887200" cy="5143500"/>
          </a:xfrm>
          <a:solidFill>
            <a:schemeClr val="accent5">
              <a:lumMod val="20000"/>
              <a:lumOff val="80000"/>
            </a:schemeClr>
          </a:solidFill>
        </p:spPr>
        <p:txBody>
          <a:bodyPr rtlCol="0">
            <a:noAutofit/>
          </a:bodyPr>
          <a:lstStyle/>
          <a:p>
            <a:pPr algn="just">
              <a:spcAft>
                <a:spcPts val="1800"/>
              </a:spcAft>
            </a:pPr>
            <a:r>
              <a:rPr lang="en-GB" sz="2600" dirty="0"/>
              <a:t>Within Instruction Set Architecture (ISA), </a:t>
            </a:r>
            <a:r>
              <a:rPr lang="en-GB" sz="2600" i="1" dirty="0"/>
              <a:t>types of instructions</a:t>
            </a:r>
            <a:r>
              <a:rPr lang="en-GB" sz="2600" dirty="0"/>
              <a:t> define the various operations a processor can perform on data. </a:t>
            </a:r>
          </a:p>
          <a:p>
            <a:pPr algn="just">
              <a:spcAft>
                <a:spcPts val="1800"/>
              </a:spcAft>
            </a:pPr>
            <a:r>
              <a:rPr lang="en-GB" sz="2600" dirty="0"/>
              <a:t>These instructions determine how a program:</a:t>
            </a:r>
          </a:p>
          <a:p>
            <a:pPr lvl="1">
              <a:spcAft>
                <a:spcPts val="1800"/>
              </a:spcAft>
            </a:pPr>
            <a:r>
              <a:rPr lang="en-GB" sz="2600" b="1" dirty="0"/>
              <a:t>Moves data </a:t>
            </a:r>
          </a:p>
          <a:p>
            <a:pPr lvl="1">
              <a:spcAft>
                <a:spcPts val="1800"/>
              </a:spcAft>
            </a:pPr>
            <a:r>
              <a:rPr lang="en-GB" sz="2600" b="1" dirty="0"/>
              <a:t>Performs computations </a:t>
            </a:r>
          </a:p>
          <a:p>
            <a:pPr lvl="1">
              <a:spcAft>
                <a:spcPts val="1800"/>
              </a:spcAft>
            </a:pPr>
            <a:r>
              <a:rPr lang="en-GB" sz="2600" b="1" dirty="0"/>
              <a:t>Makes decisions </a:t>
            </a:r>
          </a:p>
          <a:p>
            <a:pPr lvl="1">
              <a:spcAft>
                <a:spcPts val="1800"/>
              </a:spcAft>
            </a:pPr>
            <a:r>
              <a:rPr lang="en-GB" sz="2600" b="1" dirty="0"/>
              <a:t>Interacts with memory and I/O devices</a:t>
            </a:r>
            <a:endParaRPr lang="en-US" b="0" i="0" u="none" strike="noStrike" baseline="0" dirty="0">
              <a:solidFill>
                <a:srgbClr val="000000"/>
              </a:solidFill>
              <a:latin typeface="Times New Roman" panose="02020603050405020304" pitchFamily="18" charset="0"/>
            </a:endParaRPr>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9</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7889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400" dirty="0"/>
              <a:t>Instruction Types  -1</a:t>
            </a:r>
          </a:p>
        </p:txBody>
      </p:sp>
    </p:spTree>
    <p:extLst>
      <p:ext uri="{BB962C8B-B14F-4D97-AF65-F5344CB8AC3E}">
        <p14:creationId xmlns:p14="http://schemas.microsoft.com/office/powerpoint/2010/main" val="913641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165100" y="876300"/>
            <a:ext cx="11887200" cy="5295900"/>
          </a:xfrm>
          <a:solidFill>
            <a:schemeClr val="accent5">
              <a:lumMod val="20000"/>
              <a:lumOff val="80000"/>
            </a:schemeClr>
          </a:solidFill>
        </p:spPr>
        <p:txBody>
          <a:bodyPr rtlCol="0">
            <a:noAutofit/>
          </a:bodyPr>
          <a:lstStyle/>
          <a:p>
            <a:pPr algn="just">
              <a:spcBef>
                <a:spcPts val="0"/>
              </a:spcBef>
              <a:spcAft>
                <a:spcPts val="1200"/>
              </a:spcAft>
            </a:pPr>
            <a:r>
              <a:rPr lang="en-GB" sz="2600" b="1" dirty="0"/>
              <a:t>Load/Store Instructions</a:t>
            </a:r>
          </a:p>
          <a:p>
            <a:pPr lvl="1" algn="just">
              <a:spcBef>
                <a:spcPts val="0"/>
              </a:spcBef>
              <a:spcAft>
                <a:spcPts val="1200"/>
              </a:spcAft>
            </a:pPr>
            <a:r>
              <a:rPr lang="en-GB" dirty="0"/>
              <a:t>Load/store operations are those which move data between a register in the processor and a memory location (or another register). </a:t>
            </a:r>
          </a:p>
          <a:p>
            <a:pPr lvl="1" algn="just">
              <a:spcBef>
                <a:spcPts val="0"/>
              </a:spcBef>
              <a:spcAft>
                <a:spcPts val="1200"/>
              </a:spcAft>
            </a:pPr>
            <a:r>
              <a:rPr lang="en-GB" dirty="0"/>
              <a:t>Examples of load/store instructions in the MC68009 processor are LDA, STA, LDB, STB, LDD, STD, and so forth. </a:t>
            </a:r>
          </a:p>
          <a:p>
            <a:pPr algn="just">
              <a:spcBef>
                <a:spcPts val="0"/>
              </a:spcBef>
              <a:spcAft>
                <a:spcPts val="1200"/>
              </a:spcAft>
            </a:pPr>
            <a:r>
              <a:rPr lang="en-GB" sz="2400" b="1" dirty="0"/>
              <a:t>Arithmetic/Logic Instructions</a:t>
            </a:r>
          </a:p>
          <a:p>
            <a:pPr lvl="1" algn="just">
              <a:spcBef>
                <a:spcPts val="0"/>
              </a:spcBef>
              <a:spcAft>
                <a:spcPts val="1800"/>
              </a:spcAft>
            </a:pPr>
            <a:r>
              <a:rPr lang="en-GB" dirty="0"/>
              <a:t>Arithmetic/logic operations provide the primary data-processing capabilities of the computer. The minimum arithmetic operations required are those of addition and subtraction. All processors, implement the basic logic operations of AND, OR, and exclusive-OR on a bit-by-bit basis between two operands. </a:t>
            </a:r>
          </a:p>
          <a:p>
            <a:pPr lvl="1" algn="just">
              <a:spcBef>
                <a:spcPts val="0"/>
              </a:spcBef>
              <a:spcAft>
                <a:spcPts val="1800"/>
              </a:spcAft>
            </a:pPr>
            <a:r>
              <a:rPr lang="en-GB" dirty="0"/>
              <a:t>MC6809 are ADDB, SUBA, SUBD, ANDA, and EORA (exclusive-OR). Each of these requires one operand to be in an accumulator</a:t>
            </a:r>
          </a:p>
          <a:p>
            <a:pPr algn="just">
              <a:spcBef>
                <a:spcPts val="0"/>
              </a:spcBef>
              <a:spcAft>
                <a:spcPts val="1200"/>
              </a:spcAft>
            </a:pPr>
            <a:endParaRPr lang="en-US" b="0" i="0" u="none" strike="noStrike" baseline="0" dirty="0">
              <a:solidFill>
                <a:srgbClr val="000000"/>
              </a:solidFill>
              <a:latin typeface="Times New Roman" panose="02020603050405020304" pitchFamily="18" charset="0"/>
            </a:endParaRPr>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10</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7889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400" dirty="0"/>
              <a:t>Instruction Types - 2</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653D5845-8FE4-4DB5-8F5E-19F6A0E60F86}"/>
                  </a:ext>
                </a:extLst>
              </p14:cNvPr>
              <p14:cNvContentPartPr/>
              <p14:nvPr/>
            </p14:nvContentPartPr>
            <p14:xfrm>
              <a:off x="7584028" y="1070372"/>
              <a:ext cx="5760" cy="3960"/>
            </p14:xfrm>
          </p:contentPart>
        </mc:Choice>
        <mc:Fallback>
          <p:pic>
            <p:nvPicPr>
              <p:cNvPr id="5" name="Ink 4">
                <a:extLst>
                  <a:ext uri="{FF2B5EF4-FFF2-40B4-BE49-F238E27FC236}">
                    <a16:creationId xmlns:a16="http://schemas.microsoft.com/office/drawing/2014/main" id="{653D5845-8FE4-4DB5-8F5E-19F6A0E60F86}"/>
                  </a:ext>
                </a:extLst>
              </p:cNvPr>
              <p:cNvPicPr/>
              <p:nvPr/>
            </p:nvPicPr>
            <p:blipFill>
              <a:blip r:embed="rId3"/>
              <a:stretch>
                <a:fillRect/>
              </a:stretch>
            </p:blipFill>
            <p:spPr>
              <a:xfrm>
                <a:off x="7575028" y="1061372"/>
                <a:ext cx="2340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1" name="Ink 20">
                <a:extLst>
                  <a:ext uri="{FF2B5EF4-FFF2-40B4-BE49-F238E27FC236}">
                    <a16:creationId xmlns:a16="http://schemas.microsoft.com/office/drawing/2014/main" id="{5DAD20BD-5C4D-46F3-AE1F-83902ABC1D8C}"/>
                  </a:ext>
                </a:extLst>
              </p14:cNvPr>
              <p14:cNvContentPartPr/>
              <p14:nvPr/>
            </p14:nvContentPartPr>
            <p14:xfrm>
              <a:off x="8901268" y="296012"/>
              <a:ext cx="1272600" cy="770040"/>
            </p14:xfrm>
          </p:contentPart>
        </mc:Choice>
        <mc:Fallback>
          <p:pic>
            <p:nvPicPr>
              <p:cNvPr id="21" name="Ink 20">
                <a:extLst>
                  <a:ext uri="{FF2B5EF4-FFF2-40B4-BE49-F238E27FC236}">
                    <a16:creationId xmlns:a16="http://schemas.microsoft.com/office/drawing/2014/main" id="{5DAD20BD-5C4D-46F3-AE1F-83902ABC1D8C}"/>
                  </a:ext>
                </a:extLst>
              </p:cNvPr>
              <p:cNvPicPr/>
              <p:nvPr/>
            </p:nvPicPr>
            <p:blipFill>
              <a:blip r:embed="rId5"/>
              <a:stretch>
                <a:fillRect/>
              </a:stretch>
            </p:blipFill>
            <p:spPr>
              <a:xfrm>
                <a:off x="8892268" y="287372"/>
                <a:ext cx="1290240" cy="7876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2" name="Ink 21">
                <a:extLst>
                  <a:ext uri="{FF2B5EF4-FFF2-40B4-BE49-F238E27FC236}">
                    <a16:creationId xmlns:a16="http://schemas.microsoft.com/office/drawing/2014/main" id="{7696967F-AFD1-451D-BA08-53D26FCC2A89}"/>
                  </a:ext>
                </a:extLst>
              </p14:cNvPr>
              <p14:cNvContentPartPr/>
              <p14:nvPr/>
            </p14:nvContentPartPr>
            <p14:xfrm>
              <a:off x="8485828" y="1137332"/>
              <a:ext cx="2143800" cy="41760"/>
            </p14:xfrm>
          </p:contentPart>
        </mc:Choice>
        <mc:Fallback>
          <p:pic>
            <p:nvPicPr>
              <p:cNvPr id="22" name="Ink 21">
                <a:extLst>
                  <a:ext uri="{FF2B5EF4-FFF2-40B4-BE49-F238E27FC236}">
                    <a16:creationId xmlns:a16="http://schemas.microsoft.com/office/drawing/2014/main" id="{7696967F-AFD1-451D-BA08-53D26FCC2A89}"/>
                  </a:ext>
                </a:extLst>
              </p:cNvPr>
              <p:cNvPicPr/>
              <p:nvPr/>
            </p:nvPicPr>
            <p:blipFill>
              <a:blip r:embed="rId7"/>
              <a:stretch>
                <a:fillRect/>
              </a:stretch>
            </p:blipFill>
            <p:spPr>
              <a:xfrm>
                <a:off x="8477188" y="1128692"/>
                <a:ext cx="216144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7" name="Ink 26">
                <a:extLst>
                  <a:ext uri="{FF2B5EF4-FFF2-40B4-BE49-F238E27FC236}">
                    <a16:creationId xmlns:a16="http://schemas.microsoft.com/office/drawing/2014/main" id="{ECFB15B6-91AB-441A-AAE8-556B55512034}"/>
                  </a:ext>
                </a:extLst>
              </p14:cNvPr>
              <p14:cNvContentPartPr/>
              <p14:nvPr/>
            </p14:nvContentPartPr>
            <p14:xfrm>
              <a:off x="8220868" y="2749052"/>
              <a:ext cx="1445760" cy="450720"/>
            </p14:xfrm>
          </p:contentPart>
        </mc:Choice>
        <mc:Fallback>
          <p:pic>
            <p:nvPicPr>
              <p:cNvPr id="27" name="Ink 26">
                <a:extLst>
                  <a:ext uri="{FF2B5EF4-FFF2-40B4-BE49-F238E27FC236}">
                    <a16:creationId xmlns:a16="http://schemas.microsoft.com/office/drawing/2014/main" id="{ECFB15B6-91AB-441A-AAE8-556B55512034}"/>
                  </a:ext>
                </a:extLst>
              </p:cNvPr>
              <p:cNvPicPr/>
              <p:nvPr/>
            </p:nvPicPr>
            <p:blipFill>
              <a:blip r:embed="rId9"/>
              <a:stretch>
                <a:fillRect/>
              </a:stretch>
            </p:blipFill>
            <p:spPr>
              <a:xfrm>
                <a:off x="8211868" y="2740419"/>
                <a:ext cx="1463400" cy="468346"/>
              </a:xfrm>
              <a:prstGeom prst="rect">
                <a:avLst/>
              </a:prstGeom>
            </p:spPr>
          </p:pic>
        </mc:Fallback>
      </mc:AlternateContent>
    </p:spTree>
    <p:extLst>
      <p:ext uri="{BB962C8B-B14F-4D97-AF65-F5344CB8AC3E}">
        <p14:creationId xmlns:p14="http://schemas.microsoft.com/office/powerpoint/2010/main" val="404999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165100" y="876300"/>
            <a:ext cx="11887200" cy="5295900"/>
          </a:xfrm>
          <a:solidFill>
            <a:schemeClr val="accent5">
              <a:lumMod val="20000"/>
              <a:lumOff val="80000"/>
            </a:schemeClr>
          </a:solidFill>
        </p:spPr>
        <p:txBody>
          <a:bodyPr rtlCol="0">
            <a:noAutofit/>
          </a:bodyPr>
          <a:lstStyle/>
          <a:p>
            <a:pPr algn="just">
              <a:spcBef>
                <a:spcPts val="0"/>
              </a:spcBef>
              <a:spcAft>
                <a:spcPts val="1200"/>
              </a:spcAft>
            </a:pPr>
            <a:r>
              <a:rPr lang="en-GB" sz="2600" b="1" dirty="0"/>
              <a:t>Test/Branch Instructions</a:t>
            </a:r>
          </a:p>
          <a:p>
            <a:pPr lvl="1" algn="just">
              <a:spcAft>
                <a:spcPts val="1200"/>
              </a:spcAft>
            </a:pPr>
            <a:r>
              <a:rPr lang="en-GB" b="1" dirty="0"/>
              <a:t>Test/branch operations </a:t>
            </a:r>
            <a:r>
              <a:rPr lang="en-GB" dirty="0"/>
              <a:t>provide the decision-making capabilities in computer programs. The test is often performed on the result of some prior arithmetic/logic operation. </a:t>
            </a:r>
          </a:p>
          <a:p>
            <a:pPr lvl="1" algn="just">
              <a:spcAft>
                <a:spcPts val="1200"/>
              </a:spcAft>
            </a:pPr>
            <a:r>
              <a:rPr lang="en-GB" dirty="0"/>
              <a:t>Examples of test/branch instructions are BCC (branch if carry is cleared), BEQ (branch if equal to 0), BMI (branch if minus), and BRA (branch always). </a:t>
            </a:r>
          </a:p>
          <a:p>
            <a:pPr algn="just">
              <a:spcBef>
                <a:spcPts val="0"/>
              </a:spcBef>
              <a:spcAft>
                <a:spcPts val="1200"/>
              </a:spcAft>
            </a:pPr>
            <a:endParaRPr lang="en-US" b="0" i="0" u="none" strike="noStrike" baseline="0" dirty="0">
              <a:solidFill>
                <a:srgbClr val="000000"/>
              </a:solidFill>
              <a:latin typeface="Times New Roman" panose="02020603050405020304" pitchFamily="18" charset="0"/>
            </a:endParaRPr>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11</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7889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400" dirty="0"/>
              <a:t>Instruction Types - 3</a:t>
            </a:r>
          </a:p>
        </p:txBody>
      </p:sp>
    </p:spTree>
    <p:extLst>
      <p:ext uri="{BB962C8B-B14F-4D97-AF65-F5344CB8AC3E}">
        <p14:creationId xmlns:p14="http://schemas.microsoft.com/office/powerpoint/2010/main" val="232952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C1D498-96C0-4F30-8DD0-F5350B4841CD}"/>
              </a:ext>
            </a:extLst>
          </p:cNvPr>
          <p:cNvSpPr>
            <a:spLocks noGrp="1"/>
          </p:cNvSpPr>
          <p:nvPr>
            <p:ph idx="1"/>
          </p:nvPr>
        </p:nvSpPr>
        <p:spPr>
          <a:xfrm>
            <a:off x="96524" y="1143000"/>
            <a:ext cx="12020863" cy="5105400"/>
          </a:xfrm>
        </p:spPr>
        <p:txBody>
          <a:bodyPr rtlCol="0">
            <a:normAutofit/>
          </a:bodyPr>
          <a:lstStyle/>
          <a:p>
            <a:pPr algn="just">
              <a:spcAft>
                <a:spcPts val="2400"/>
              </a:spcAft>
            </a:pPr>
            <a:r>
              <a:rPr lang="en-GB" dirty="0"/>
              <a:t>Depending upon the result, the processor may or may not branch to a remote location for the next instruction.  </a:t>
            </a:r>
          </a:p>
          <a:p>
            <a:pPr algn="just">
              <a:spcAft>
                <a:spcPts val="2400"/>
              </a:spcAft>
            </a:pPr>
            <a:r>
              <a:rPr lang="en-GB" dirty="0"/>
              <a:t>Examples of test/branch instructions are BCC (branch if carry is cleared), BEQ (branch if equal to 0), BMI (branch if minus), and BRA (branch always). </a:t>
            </a:r>
          </a:p>
          <a:p>
            <a:pPr algn="just" eaLnBrk="1" fontAlgn="auto" hangingPunct="1">
              <a:spcAft>
                <a:spcPts val="2400"/>
              </a:spcAft>
              <a:defRPr/>
            </a:pPr>
            <a:endParaRPr lang="en-US" sz="2000" b="1" dirty="0"/>
          </a:p>
        </p:txBody>
      </p:sp>
      <p:sp>
        <p:nvSpPr>
          <p:cNvPr id="16387" name="Slide Number Placeholder 3">
            <a:extLst>
              <a:ext uri="{FF2B5EF4-FFF2-40B4-BE49-F238E27FC236}">
                <a16:creationId xmlns:a16="http://schemas.microsoft.com/office/drawing/2014/main" id="{FE615211-4C6E-49C1-A7BB-9D249F5D4640}"/>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94610956-5FC3-4605-A058-D1175726380E}" type="slidenum">
              <a:rPr lang="en-US" altLang="en-US" sz="1800" smtClean="0">
                <a:solidFill>
                  <a:srgbClr val="898989"/>
                </a:solidFill>
                <a:latin typeface="Arial" panose="020B0604020202020204" pitchFamily="34" charset="0"/>
              </a:rPr>
              <a:pPr algn="l" eaLnBrk="0" hangingPunct="0">
                <a:spcBef>
                  <a:spcPct val="0"/>
                </a:spcBef>
                <a:buFontTx/>
                <a:buNone/>
              </a:pPr>
              <a:t>12</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37F07C7D-3FA1-499A-A7B3-A055DB506CD4}"/>
              </a:ext>
            </a:extLst>
          </p:cNvPr>
          <p:cNvSpPr>
            <a:spLocks noGrp="1"/>
          </p:cNvSpPr>
          <p:nvPr>
            <p:ph type="title"/>
          </p:nvPr>
        </p:nvSpPr>
        <p:spPr>
          <a:xfrm>
            <a:off x="20325" y="76200"/>
            <a:ext cx="12174850" cy="827880"/>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GB" dirty="0"/>
              <a:t>Types of Instructions - Test/Branch Instructions</a:t>
            </a:r>
            <a:endParaRPr lang="en-US" altLang="en-US" dirty="0"/>
          </a:p>
        </p:txBody>
      </p:sp>
    </p:spTree>
    <p:extLst>
      <p:ext uri="{BB962C8B-B14F-4D97-AF65-F5344CB8AC3E}">
        <p14:creationId xmlns:p14="http://schemas.microsoft.com/office/powerpoint/2010/main" val="1912939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C1D498-96C0-4F30-8DD0-F5350B4841CD}"/>
              </a:ext>
            </a:extLst>
          </p:cNvPr>
          <p:cNvSpPr>
            <a:spLocks noGrp="1"/>
          </p:cNvSpPr>
          <p:nvPr>
            <p:ph idx="1"/>
          </p:nvPr>
        </p:nvSpPr>
        <p:spPr>
          <a:xfrm>
            <a:off x="96524" y="904080"/>
            <a:ext cx="12020863" cy="5344320"/>
          </a:xfrm>
        </p:spPr>
        <p:txBody>
          <a:bodyPr rtlCol="0">
            <a:normAutofit lnSpcReduction="10000"/>
          </a:bodyPr>
          <a:lstStyle/>
          <a:p>
            <a:pPr algn="just">
              <a:spcAft>
                <a:spcPts val="2400"/>
              </a:spcAft>
            </a:pPr>
            <a:r>
              <a:rPr lang="en-GB" dirty="0"/>
              <a:t>An instruction is usually made up of a combination of an operation code and some way of specifying an operand, most commonly by its </a:t>
            </a:r>
            <a:r>
              <a:rPr lang="en-GB" b="1" dirty="0"/>
              <a:t>location</a:t>
            </a:r>
            <a:r>
              <a:rPr lang="en-GB" dirty="0"/>
              <a:t> or </a:t>
            </a:r>
            <a:r>
              <a:rPr lang="en-GB" b="1" dirty="0"/>
              <a:t>address in memory</a:t>
            </a:r>
            <a:r>
              <a:rPr lang="en-GB" dirty="0"/>
              <a:t>.</a:t>
            </a:r>
          </a:p>
          <a:p>
            <a:pPr algn="just">
              <a:spcAft>
                <a:spcPts val="2400"/>
              </a:spcAft>
            </a:pPr>
            <a:r>
              <a:rPr lang="en-GB" dirty="0"/>
              <a:t>Instruction Format is the layout of </a:t>
            </a:r>
            <a:r>
              <a:rPr lang="en-GB" b="1" dirty="0"/>
              <a:t>bits in an instruction</a:t>
            </a:r>
          </a:p>
          <a:p>
            <a:pPr algn="just">
              <a:spcAft>
                <a:spcPts val="2400"/>
              </a:spcAft>
            </a:pPr>
            <a:r>
              <a:rPr lang="en-GB" dirty="0"/>
              <a:t>An instruction is divided into </a:t>
            </a:r>
            <a:r>
              <a:rPr lang="en-GB" b="1" dirty="0"/>
              <a:t>Opcode (function), operand(s) </a:t>
            </a:r>
            <a:r>
              <a:rPr lang="en-GB" dirty="0"/>
              <a:t>(</a:t>
            </a:r>
            <a:r>
              <a:rPr lang="en-GB" b="1" dirty="0"/>
              <a:t>implicit or explicit)</a:t>
            </a:r>
            <a:r>
              <a:rPr lang="en-GB" dirty="0"/>
              <a:t> and </a:t>
            </a:r>
            <a:r>
              <a:rPr lang="en-GB" b="1" dirty="0"/>
              <a:t>addressing mode</a:t>
            </a:r>
            <a:r>
              <a:rPr lang="en-GB" dirty="0"/>
              <a:t>.</a:t>
            </a:r>
          </a:p>
          <a:p>
            <a:pPr lvl="0" algn="just">
              <a:spcAft>
                <a:spcPts val="2400"/>
              </a:spcAft>
            </a:pPr>
            <a:r>
              <a:rPr lang="en-GB" dirty="0"/>
              <a:t>Instructions typically have 0,1,2 or 3 operands</a:t>
            </a:r>
          </a:p>
          <a:p>
            <a:pPr lvl="0" algn="just">
              <a:spcAft>
                <a:spcPts val="2400"/>
              </a:spcAft>
            </a:pPr>
            <a:r>
              <a:rPr lang="en-GB" b="1" dirty="0">
                <a:solidFill>
                  <a:srgbClr val="7A0000"/>
                </a:solidFill>
              </a:rPr>
              <a:t>There is usually more than one instruction format in an instruction set</a:t>
            </a:r>
          </a:p>
          <a:p>
            <a:pPr algn="just" eaLnBrk="1" fontAlgn="auto" hangingPunct="1">
              <a:spcAft>
                <a:spcPts val="2400"/>
              </a:spcAft>
              <a:defRPr/>
            </a:pPr>
            <a:endParaRPr lang="en-US" sz="2000" b="1" dirty="0"/>
          </a:p>
        </p:txBody>
      </p:sp>
      <p:sp>
        <p:nvSpPr>
          <p:cNvPr id="16387" name="Slide Number Placeholder 3">
            <a:extLst>
              <a:ext uri="{FF2B5EF4-FFF2-40B4-BE49-F238E27FC236}">
                <a16:creationId xmlns:a16="http://schemas.microsoft.com/office/drawing/2014/main" id="{FE615211-4C6E-49C1-A7BB-9D249F5D4640}"/>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94610956-5FC3-4605-A058-D1175726380E}" type="slidenum">
              <a:rPr kumimoji="0" lang="en-US" altLang="en-US" sz="18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l" defTabSz="914400" rtl="0" eaLnBrk="0" fontAlgn="base" latinLnBrk="0" hangingPunct="0">
                <a:lnSpc>
                  <a:spcPct val="100000"/>
                </a:lnSpc>
                <a:spcBef>
                  <a:spcPct val="0"/>
                </a:spcBef>
                <a:spcAft>
                  <a:spcPct val="0"/>
                </a:spcAft>
                <a:buClrTx/>
                <a:buSzTx/>
                <a:buFontTx/>
                <a:buNone/>
                <a:tabLst/>
                <a:defRPr/>
              </a:pPr>
              <a:t>13</a:t>
            </a:fld>
            <a:endParaRPr kumimoji="0" lang="en-US" altLang="en-US" sz="18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4" name="Title 1">
            <a:extLst>
              <a:ext uri="{FF2B5EF4-FFF2-40B4-BE49-F238E27FC236}">
                <a16:creationId xmlns:a16="http://schemas.microsoft.com/office/drawing/2014/main" id="{37F07C7D-3FA1-499A-A7B3-A055DB506CD4}"/>
              </a:ext>
            </a:extLst>
          </p:cNvPr>
          <p:cNvSpPr>
            <a:spLocks noGrp="1"/>
          </p:cNvSpPr>
          <p:nvPr>
            <p:ph type="title"/>
          </p:nvPr>
        </p:nvSpPr>
        <p:spPr>
          <a:xfrm>
            <a:off x="20325" y="76200"/>
            <a:ext cx="12174850" cy="827880"/>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GB" sz="4400" dirty="0"/>
              <a:t>Instruction Format</a:t>
            </a:r>
            <a:endParaRPr lang="en-US" altLang="en-US" sz="4400" dirty="0"/>
          </a:p>
        </p:txBody>
      </p:sp>
    </p:spTree>
    <p:extLst>
      <p:ext uri="{BB962C8B-B14F-4D97-AF65-F5344CB8AC3E}">
        <p14:creationId xmlns:p14="http://schemas.microsoft.com/office/powerpoint/2010/main" val="1872002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C1D498-96C0-4F30-8DD0-F5350B4841CD}"/>
              </a:ext>
            </a:extLst>
          </p:cNvPr>
          <p:cNvSpPr>
            <a:spLocks noGrp="1"/>
          </p:cNvSpPr>
          <p:nvPr>
            <p:ph idx="1"/>
          </p:nvPr>
        </p:nvSpPr>
        <p:spPr>
          <a:xfrm>
            <a:off x="96524" y="904080"/>
            <a:ext cx="12020863" cy="2524920"/>
          </a:xfrm>
        </p:spPr>
        <p:txBody>
          <a:bodyPr rtlCol="0">
            <a:normAutofit/>
          </a:bodyPr>
          <a:lstStyle/>
          <a:p>
            <a:pPr algn="just"/>
            <a:r>
              <a:rPr lang="en-GB" b="1" dirty="0"/>
              <a:t>The format of an instruction</a:t>
            </a:r>
            <a:r>
              <a:rPr lang="en-GB" dirty="0"/>
              <a:t> is usually depicted in a rectangular box symbolizing the bits of the instruction as they appear in memory words or in a control register. </a:t>
            </a:r>
          </a:p>
          <a:p>
            <a:pPr algn="just"/>
            <a:r>
              <a:rPr lang="en-GB" dirty="0"/>
              <a:t>The bits of the instruction are divided into groups called fields. The most common fields found in instruction formats are:</a:t>
            </a:r>
          </a:p>
          <a:p>
            <a:pPr algn="just" eaLnBrk="1" fontAlgn="auto" hangingPunct="1">
              <a:spcAft>
                <a:spcPts val="2400"/>
              </a:spcAft>
              <a:defRPr/>
            </a:pPr>
            <a:endParaRPr lang="en-US" sz="2000" b="1" dirty="0"/>
          </a:p>
        </p:txBody>
      </p:sp>
      <p:sp>
        <p:nvSpPr>
          <p:cNvPr id="16387" name="Slide Number Placeholder 3">
            <a:extLst>
              <a:ext uri="{FF2B5EF4-FFF2-40B4-BE49-F238E27FC236}">
                <a16:creationId xmlns:a16="http://schemas.microsoft.com/office/drawing/2014/main" id="{FE615211-4C6E-49C1-A7BB-9D249F5D4640}"/>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94610956-5FC3-4605-A058-D1175726380E}" type="slidenum">
              <a:rPr kumimoji="0" lang="en-US" altLang="en-US" sz="18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l" defTabSz="914400" rtl="0" eaLnBrk="0" fontAlgn="base" latinLnBrk="0" hangingPunct="0">
                <a:lnSpc>
                  <a:spcPct val="100000"/>
                </a:lnSpc>
                <a:spcBef>
                  <a:spcPct val="0"/>
                </a:spcBef>
                <a:spcAft>
                  <a:spcPct val="0"/>
                </a:spcAft>
                <a:buClrTx/>
                <a:buSzTx/>
                <a:buFontTx/>
                <a:buNone/>
                <a:tabLst/>
                <a:defRPr/>
              </a:pPr>
              <a:t>14</a:t>
            </a:fld>
            <a:endParaRPr kumimoji="0" lang="en-US" altLang="en-US" sz="18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4" name="Title 1">
            <a:extLst>
              <a:ext uri="{FF2B5EF4-FFF2-40B4-BE49-F238E27FC236}">
                <a16:creationId xmlns:a16="http://schemas.microsoft.com/office/drawing/2014/main" id="{37F07C7D-3FA1-499A-A7B3-A055DB506CD4}"/>
              </a:ext>
            </a:extLst>
          </p:cNvPr>
          <p:cNvSpPr>
            <a:spLocks noGrp="1"/>
          </p:cNvSpPr>
          <p:nvPr>
            <p:ph type="title"/>
          </p:nvPr>
        </p:nvSpPr>
        <p:spPr>
          <a:xfrm>
            <a:off x="20325" y="76200"/>
            <a:ext cx="12174850" cy="827880"/>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GB" sz="4400" dirty="0"/>
              <a:t>General Structure of an Instruction</a:t>
            </a:r>
            <a:endParaRPr lang="en-US" altLang="en-US" sz="4400" dirty="0"/>
          </a:p>
        </p:txBody>
      </p:sp>
      <p:grpSp>
        <p:nvGrpSpPr>
          <p:cNvPr id="5" name="Group 4">
            <a:extLst>
              <a:ext uri="{FF2B5EF4-FFF2-40B4-BE49-F238E27FC236}">
                <a16:creationId xmlns:a16="http://schemas.microsoft.com/office/drawing/2014/main" id="{4CDD0561-6268-402D-B023-BAA564B56E43}"/>
              </a:ext>
            </a:extLst>
          </p:cNvPr>
          <p:cNvGrpSpPr>
            <a:grpSpLocks/>
          </p:cNvGrpSpPr>
          <p:nvPr/>
        </p:nvGrpSpPr>
        <p:grpSpPr bwMode="auto">
          <a:xfrm>
            <a:off x="763587" y="3900700"/>
            <a:ext cx="10363200" cy="823700"/>
            <a:chOff x="0" y="0"/>
            <a:chExt cx="6781800" cy="315595"/>
          </a:xfrm>
        </p:grpSpPr>
        <p:sp>
          <p:nvSpPr>
            <p:cNvPr id="6" name="TextBox 4">
              <a:extLst>
                <a:ext uri="{FF2B5EF4-FFF2-40B4-BE49-F238E27FC236}">
                  <a16:creationId xmlns:a16="http://schemas.microsoft.com/office/drawing/2014/main" id="{1C390C37-0134-4D6C-9F70-8B780CBB6A4E}"/>
                </a:ext>
              </a:extLst>
            </p:cNvPr>
            <p:cNvSpPr txBox="1">
              <a:spLocks noChangeArrowheads="1"/>
            </p:cNvSpPr>
            <p:nvPr/>
          </p:nvSpPr>
          <p:spPr bwMode="auto">
            <a:xfrm>
              <a:off x="0" y="0"/>
              <a:ext cx="1600200" cy="31559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ctr" defTabSz="914400" rtl="0" eaLnBrk="0" fontAlgn="base" latinLnBrk="0" hangingPunct="0">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rgbClr val="000000"/>
                  </a:solidFill>
                  <a:effectLst/>
                  <a:uLnTx/>
                  <a:uFillTx/>
                  <a:latin typeface="Calibri" panose="020F0502020204030204" pitchFamily="34" charset="0"/>
                  <a:ea typeface="Times New Roman" panose="02020603050405020304" pitchFamily="18" charset="0"/>
                  <a:cs typeface="Times New Roman" panose="02020603050405020304" pitchFamily="18" charset="0"/>
                </a:rPr>
                <a:t>Opcode</a:t>
              </a:r>
              <a:endParaRPr kumimoji="0" lang="en-GB" sz="2800" b="0"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endParaRPr>
            </a:p>
          </p:txBody>
        </p:sp>
        <p:sp>
          <p:nvSpPr>
            <p:cNvPr id="7" name="TextBox 6">
              <a:extLst>
                <a:ext uri="{FF2B5EF4-FFF2-40B4-BE49-F238E27FC236}">
                  <a16:creationId xmlns:a16="http://schemas.microsoft.com/office/drawing/2014/main" id="{985FD120-3EE3-4CBD-9A89-FAAFCCE434B0}"/>
                </a:ext>
              </a:extLst>
            </p:cNvPr>
            <p:cNvSpPr txBox="1">
              <a:spLocks noChangeArrowheads="1"/>
            </p:cNvSpPr>
            <p:nvPr/>
          </p:nvSpPr>
          <p:spPr bwMode="auto">
            <a:xfrm>
              <a:off x="1600200" y="0"/>
              <a:ext cx="1600200" cy="31559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ctr" defTabSz="914400" rtl="0" eaLnBrk="0" fontAlgn="base" latinLnBrk="0" hangingPunct="0">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rgbClr val="000000"/>
                  </a:solidFill>
                  <a:effectLst/>
                  <a:uLnTx/>
                  <a:uFillTx/>
                  <a:latin typeface="Calibri" panose="020F0502020204030204" pitchFamily="34" charset="0"/>
                  <a:ea typeface="Times New Roman" panose="02020603050405020304" pitchFamily="18" charset="0"/>
                  <a:cs typeface="Times New Roman" panose="02020603050405020304" pitchFamily="18" charset="0"/>
                </a:rPr>
                <a:t>Mode</a:t>
              </a:r>
              <a:endParaRPr kumimoji="0" lang="en-GB" sz="2800" b="0"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endParaRPr>
            </a:p>
          </p:txBody>
        </p:sp>
        <p:sp>
          <p:nvSpPr>
            <p:cNvPr id="8" name="TextBox 7">
              <a:extLst>
                <a:ext uri="{FF2B5EF4-FFF2-40B4-BE49-F238E27FC236}">
                  <a16:creationId xmlns:a16="http://schemas.microsoft.com/office/drawing/2014/main" id="{3443B2C4-4F6E-4FDB-AE77-1C72E36ED36C}"/>
                </a:ext>
              </a:extLst>
            </p:cNvPr>
            <p:cNvSpPr txBox="1">
              <a:spLocks noChangeArrowheads="1"/>
            </p:cNvSpPr>
            <p:nvPr/>
          </p:nvSpPr>
          <p:spPr bwMode="auto">
            <a:xfrm>
              <a:off x="3200400" y="0"/>
              <a:ext cx="3581400" cy="31559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ctr" defTabSz="914400" rtl="0" eaLnBrk="0" fontAlgn="base" latinLnBrk="0" hangingPunct="0">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rgbClr val="000000"/>
                  </a:solidFill>
                  <a:effectLst/>
                  <a:uLnTx/>
                  <a:uFillTx/>
                  <a:latin typeface="Calibri" panose="020F0502020204030204" pitchFamily="34" charset="0"/>
                  <a:ea typeface="Times New Roman" panose="02020603050405020304" pitchFamily="18" charset="0"/>
                  <a:cs typeface="Times New Roman" panose="02020603050405020304" pitchFamily="18" charset="0"/>
                </a:rPr>
                <a:t>Address or Operand</a:t>
              </a:r>
              <a:endParaRPr kumimoji="0" lang="en-GB" sz="2800" b="0"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Arial" panose="020B0604020202020204" pitchFamily="34" charset="0"/>
              </a:endParaRPr>
            </a:p>
          </p:txBody>
        </p:sp>
      </p:grpSp>
    </p:spTree>
    <p:extLst>
      <p:ext uri="{BB962C8B-B14F-4D97-AF65-F5344CB8AC3E}">
        <p14:creationId xmlns:p14="http://schemas.microsoft.com/office/powerpoint/2010/main" val="2377150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15</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533399"/>
          </a:xfrm>
          <a:ln w="9525"/>
          <a:extLst>
            <a:ext uri="{91240B29-F687-4F45-9708-019B960494DF}">
              <a14:hiddenLine xmlns:a14="http://schemas.microsoft.com/office/drawing/2010/main" w="57150">
                <a:solidFill>
                  <a:srgbClr val="000000"/>
                </a:solidFill>
                <a:miter lim="800000"/>
                <a:headEnd/>
                <a:tailEnd/>
              </a14:hiddenLine>
            </a:ext>
          </a:extLst>
        </p:spPr>
        <p:txBody>
          <a:bodyPr>
            <a:noAutofit/>
          </a:bodyPr>
          <a:lstStyle/>
          <a:p>
            <a:pPr algn="ctr" eaLnBrk="1" hangingPunct="1"/>
            <a:r>
              <a:rPr lang="en-US" altLang="en-US" dirty="0"/>
              <a:t>Instruction Formats - Example</a:t>
            </a:r>
          </a:p>
        </p:txBody>
      </p:sp>
      <p:graphicFrame>
        <p:nvGraphicFramePr>
          <p:cNvPr id="2" name="Table 1">
            <a:extLst>
              <a:ext uri="{FF2B5EF4-FFF2-40B4-BE49-F238E27FC236}">
                <a16:creationId xmlns:a16="http://schemas.microsoft.com/office/drawing/2014/main" id="{DEC504CF-2723-4A99-83F7-9D81BFA8E46A}"/>
              </a:ext>
            </a:extLst>
          </p:cNvPr>
          <p:cNvGraphicFramePr>
            <a:graphicFrameLocks noGrp="1"/>
          </p:cNvGraphicFramePr>
          <p:nvPr>
            <p:extLst>
              <p:ext uri="{D42A27DB-BD31-4B8C-83A1-F6EECF244321}">
                <p14:modId xmlns:p14="http://schemas.microsoft.com/office/powerpoint/2010/main" val="2421833179"/>
              </p:ext>
            </p:extLst>
          </p:nvPr>
        </p:nvGraphicFramePr>
        <p:xfrm>
          <a:off x="1449387" y="1600201"/>
          <a:ext cx="8915399" cy="4535237"/>
        </p:xfrm>
        <a:graphic>
          <a:graphicData uri="http://schemas.openxmlformats.org/drawingml/2006/table">
            <a:tbl>
              <a:tblPr firstRow="1" firstCol="1" bandRow="1"/>
              <a:tblGrid>
                <a:gridCol w="2132273">
                  <a:extLst>
                    <a:ext uri="{9D8B030D-6E8A-4147-A177-3AD203B41FA5}">
                      <a16:colId xmlns:a16="http://schemas.microsoft.com/office/drawing/2014/main" val="323955574"/>
                    </a:ext>
                  </a:extLst>
                </a:gridCol>
                <a:gridCol w="2150946">
                  <a:extLst>
                    <a:ext uri="{9D8B030D-6E8A-4147-A177-3AD203B41FA5}">
                      <a16:colId xmlns:a16="http://schemas.microsoft.com/office/drawing/2014/main" val="1600705209"/>
                    </a:ext>
                  </a:extLst>
                </a:gridCol>
                <a:gridCol w="2149780">
                  <a:extLst>
                    <a:ext uri="{9D8B030D-6E8A-4147-A177-3AD203B41FA5}">
                      <a16:colId xmlns:a16="http://schemas.microsoft.com/office/drawing/2014/main" val="221363004"/>
                    </a:ext>
                  </a:extLst>
                </a:gridCol>
                <a:gridCol w="2482400">
                  <a:extLst>
                    <a:ext uri="{9D8B030D-6E8A-4147-A177-3AD203B41FA5}">
                      <a16:colId xmlns:a16="http://schemas.microsoft.com/office/drawing/2014/main" val="4250029939"/>
                    </a:ext>
                  </a:extLst>
                </a:gridCol>
              </a:tblGrid>
              <a:tr h="224046">
                <a:tc>
                  <a:txBody>
                    <a:bodyPr/>
                    <a:lstStyle/>
                    <a:p>
                      <a:pPr marL="0" marR="0">
                        <a:lnSpc>
                          <a:spcPct val="107000"/>
                        </a:lnSpc>
                        <a:spcBef>
                          <a:spcPts val="0"/>
                        </a:spcBef>
                        <a:spcAft>
                          <a:spcPts val="0"/>
                        </a:spcAft>
                      </a:pPr>
                      <a:r>
                        <a:rPr lang="en-GB" sz="1600" b="1">
                          <a:effectLst/>
                          <a:latin typeface="Bookman Old Style" panose="02050604050505020204" pitchFamily="18" charset="0"/>
                          <a:ea typeface="Times New Roman" panose="02020603050405020304" pitchFamily="18" charset="0"/>
                          <a:cs typeface="Times New Roman" panose="02020603050405020304" pitchFamily="18" charset="0"/>
                        </a:rPr>
                        <a:t>Zero address</a:t>
                      </a:r>
                      <a:endParaRPr lang="en-US" sz="20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marL="0" marR="0">
                        <a:lnSpc>
                          <a:spcPct val="107000"/>
                        </a:lnSpc>
                        <a:spcBef>
                          <a:spcPts val="0"/>
                        </a:spcBef>
                        <a:spcAft>
                          <a:spcPts val="0"/>
                        </a:spcAft>
                      </a:pPr>
                      <a:r>
                        <a:rPr lang="en-GB" sz="1600" b="1">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One address</a:t>
                      </a:r>
                      <a:endParaRPr lang="en-US" sz="20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marL="0" marR="0">
                        <a:lnSpc>
                          <a:spcPct val="107000"/>
                        </a:lnSpc>
                        <a:spcBef>
                          <a:spcPts val="0"/>
                        </a:spcBef>
                        <a:spcAft>
                          <a:spcPts val="0"/>
                        </a:spcAft>
                      </a:pPr>
                      <a:r>
                        <a:rPr lang="en-GB" sz="1600" b="1">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Two address</a:t>
                      </a:r>
                      <a:endParaRPr lang="en-US" sz="20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marL="0" marR="0">
                        <a:lnSpc>
                          <a:spcPct val="107000"/>
                        </a:lnSpc>
                        <a:spcBef>
                          <a:spcPts val="0"/>
                        </a:spcBef>
                        <a:spcAft>
                          <a:spcPts val="0"/>
                        </a:spcAft>
                      </a:pPr>
                      <a:r>
                        <a:rPr lang="en-GB" sz="1600" b="1">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Three address</a:t>
                      </a:r>
                      <a:endParaRPr lang="en-US" sz="20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extLst>
                  <a:ext uri="{0D108BD9-81ED-4DB2-BD59-A6C34878D82A}">
                    <a16:rowId xmlns:a16="http://schemas.microsoft.com/office/drawing/2014/main" val="4153816904"/>
                  </a:ext>
                </a:extLst>
              </a:tr>
              <a:tr h="4287142">
                <a:tc>
                  <a:txBody>
                    <a:bodyPr/>
                    <a:lstStyle/>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PUSH 	A</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PUSH 	B</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MUL</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PUSH  C</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PUSH	D</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DIV</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ADD</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PUSH  F</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PUSH  G</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MUL</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PUSH  J</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PUSH  K</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MUL</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ADD</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DIV</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POP  X</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LOAD F</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MUL G</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STORE T</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LOAD J</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MUL K</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ADD T</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STORE T</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LOAD A</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MUL B</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STORE R</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LOAD C</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DIV D</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ADD R</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DIV T</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STORE X</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 </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MOV R1, A</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MUL R1, B</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MOV R2, C</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DIV R2, D</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ADD R1, R2</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MOV R3, F</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MUL R3, G</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MOV R2, J</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MUL R2, K</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ADD R2, R3</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DIV R1, R2</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MOV X, R1</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 </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 </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 </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 </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MUL R1, A, B</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DIV R2, C, D</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ADD R1, R1, R2</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MUL R2, F, G</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MUL R3, J, K</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ADD R2, R2, R3</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DIV X, R2, R3</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 </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 </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 </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 </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 </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 </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3561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 </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GB" sz="1600" b="1" dirty="0">
                          <a:effectLst/>
                          <a:latin typeface="Bookman Old Style" panose="02050604050505020204" pitchFamily="18" charset="0"/>
                          <a:ea typeface="Times New Roman" panose="02020603050405020304" pitchFamily="18" charset="0"/>
                          <a:cs typeface="Times New Roman" panose="02020603050405020304" pitchFamily="18" charset="0"/>
                        </a:rPr>
                        <a:t> </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6725543"/>
                  </a:ext>
                </a:extLst>
              </a:tr>
            </a:tbl>
          </a:graphicData>
        </a:graphic>
      </p:graphicFrame>
      <p:sp>
        <p:nvSpPr>
          <p:cNvPr id="3" name="Rectangle 1">
            <a:extLst>
              <a:ext uri="{FF2B5EF4-FFF2-40B4-BE49-F238E27FC236}">
                <a16:creationId xmlns:a16="http://schemas.microsoft.com/office/drawing/2014/main" id="{8C1A6B43-6E42-4D79-B99D-F48F76C1A591}"/>
              </a:ext>
            </a:extLst>
          </p:cNvPr>
          <p:cNvSpPr>
            <a:spLocks noChangeArrowheads="1"/>
          </p:cNvSpPr>
          <p:nvPr/>
        </p:nvSpPr>
        <p:spPr bwMode="auto">
          <a:xfrm>
            <a:off x="192086" y="746612"/>
            <a:ext cx="11811001" cy="769441"/>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lvl1pPr>
              <a:tabLst>
                <a:tab pos="360363" algn="l"/>
              </a:tabLst>
              <a:defRPr>
                <a:solidFill>
                  <a:schemeClr val="tx1"/>
                </a:solidFill>
                <a:latin typeface="Arial" panose="020B0604020202020204" pitchFamily="34" charset="0"/>
              </a:defRPr>
            </a:lvl1pPr>
            <a:lvl2pPr>
              <a:tabLst>
                <a:tab pos="360363" algn="l"/>
              </a:tabLst>
              <a:defRPr>
                <a:solidFill>
                  <a:schemeClr val="tx1"/>
                </a:solidFill>
                <a:latin typeface="Arial" panose="020B0604020202020204" pitchFamily="34" charset="0"/>
              </a:defRPr>
            </a:lvl2pPr>
            <a:lvl3pPr>
              <a:tabLst>
                <a:tab pos="360363" algn="l"/>
              </a:tabLst>
              <a:defRPr>
                <a:solidFill>
                  <a:schemeClr val="tx1"/>
                </a:solidFill>
                <a:latin typeface="Arial" panose="020B0604020202020204" pitchFamily="34" charset="0"/>
              </a:defRPr>
            </a:lvl3pPr>
            <a:lvl4pPr>
              <a:tabLst>
                <a:tab pos="360363" algn="l"/>
              </a:tabLst>
              <a:defRPr>
                <a:solidFill>
                  <a:schemeClr val="tx1"/>
                </a:solidFill>
                <a:latin typeface="Arial" panose="020B0604020202020204" pitchFamily="34" charset="0"/>
              </a:defRPr>
            </a:lvl4pPr>
            <a:lvl5pPr>
              <a:tabLst>
                <a:tab pos="360363" algn="l"/>
              </a:tabLst>
              <a:defRPr>
                <a:solidFill>
                  <a:schemeClr val="tx1"/>
                </a:solidFill>
                <a:latin typeface="Arial" panose="020B0604020202020204" pitchFamily="34" charset="0"/>
              </a:defRPr>
            </a:lvl5pPr>
            <a:lvl6pPr eaLnBrk="0" fontAlgn="base" hangingPunct="0">
              <a:spcBef>
                <a:spcPct val="0"/>
              </a:spcBef>
              <a:spcAft>
                <a:spcPct val="0"/>
              </a:spcAft>
              <a:tabLst>
                <a:tab pos="360363" algn="l"/>
              </a:tabLst>
              <a:defRPr>
                <a:solidFill>
                  <a:schemeClr val="tx1"/>
                </a:solidFill>
                <a:latin typeface="Arial" panose="020B0604020202020204" pitchFamily="34" charset="0"/>
              </a:defRPr>
            </a:lvl6pPr>
            <a:lvl7pPr eaLnBrk="0" fontAlgn="base" hangingPunct="0">
              <a:spcBef>
                <a:spcPct val="0"/>
              </a:spcBef>
              <a:spcAft>
                <a:spcPct val="0"/>
              </a:spcAft>
              <a:tabLst>
                <a:tab pos="360363" algn="l"/>
              </a:tabLst>
              <a:defRPr>
                <a:solidFill>
                  <a:schemeClr val="tx1"/>
                </a:solidFill>
                <a:latin typeface="Arial" panose="020B0604020202020204" pitchFamily="34" charset="0"/>
              </a:defRPr>
            </a:lvl7pPr>
            <a:lvl8pPr eaLnBrk="0" fontAlgn="base" hangingPunct="0">
              <a:spcBef>
                <a:spcPct val="0"/>
              </a:spcBef>
              <a:spcAft>
                <a:spcPct val="0"/>
              </a:spcAft>
              <a:tabLst>
                <a:tab pos="360363" algn="l"/>
              </a:tabLst>
              <a:defRPr>
                <a:solidFill>
                  <a:schemeClr val="tx1"/>
                </a:solidFill>
                <a:latin typeface="Arial" panose="020B0604020202020204" pitchFamily="34" charset="0"/>
              </a:defRPr>
            </a:lvl8pPr>
            <a:lvl9pPr eaLnBrk="0" fontAlgn="base" hangingPunct="0">
              <a:spcBef>
                <a:spcPct val="0"/>
              </a:spcBef>
              <a:spcAft>
                <a:spcPct val="0"/>
              </a:spcAft>
              <a:tabLst>
                <a:tab pos="360363"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0363" algn="l"/>
              </a:tabLst>
            </a:pPr>
            <a:r>
              <a:rPr kumimoji="0" lang="en-GB" altLang="en-US" sz="2000" b="0" i="0" u="none" strike="noStrike" cap="none" normalizeH="0" baseline="0" dirty="0">
                <a:ln>
                  <a:noFill/>
                </a:ln>
                <a:solidFill>
                  <a:schemeClr val="tx1"/>
                </a:solidFill>
                <a:effectLst/>
                <a:latin typeface="Rockwell" panose="02060603020205020403" pitchFamily="18" charset="0"/>
                <a:ea typeface="Calibri" panose="020F0502020204030204" pitchFamily="34" charset="0"/>
                <a:cs typeface="Times New Roman" panose="02020603050405020304" pitchFamily="18" charset="0"/>
              </a:rPr>
              <a:t>Use a </a:t>
            </a:r>
            <a:r>
              <a:rPr kumimoji="0" lang="en-GB" altLang="en-US" sz="2000" b="1" i="0" u="none" strike="noStrike" cap="none" normalizeH="0" baseline="0" dirty="0">
                <a:ln>
                  <a:noFill/>
                </a:ln>
                <a:solidFill>
                  <a:schemeClr val="tx1"/>
                </a:solidFill>
                <a:effectLst/>
                <a:latin typeface="Rockwell" panose="02060603020205020403" pitchFamily="18" charset="0"/>
                <a:ea typeface="Calibri" panose="020F0502020204030204" pitchFamily="34" charset="0"/>
                <a:cs typeface="Times New Roman" panose="02020603050405020304" pitchFamily="18" charset="0"/>
              </a:rPr>
              <a:t>Zero, One, Two and Three address instruction formats</a:t>
            </a:r>
            <a:r>
              <a:rPr kumimoji="0" lang="en-GB" altLang="en-US" sz="2000" b="0" i="0" u="none" strike="noStrike" cap="none" normalizeH="0" baseline="0" dirty="0">
                <a:ln>
                  <a:noFill/>
                </a:ln>
                <a:solidFill>
                  <a:schemeClr val="tx1"/>
                </a:solidFill>
                <a:effectLst/>
                <a:latin typeface="Rockwell" panose="02060603020205020403" pitchFamily="18" charset="0"/>
                <a:ea typeface="Calibri" panose="020F0502020204030204" pitchFamily="34" charset="0"/>
                <a:cs typeface="Times New Roman" panose="02020603050405020304" pitchFamily="18" charset="0"/>
              </a:rPr>
              <a:t> to write a Pentium 4 assembly language program segment for the expression below.  	</a:t>
            </a:r>
            <a:r>
              <a:rPr kumimoji="0" lang="en-GB" altLang="en-US" sz="2400" b="1" i="0" u="none" strike="noStrike" cap="none" normalizeH="0" baseline="0" dirty="0">
                <a:ln>
                  <a:noFill/>
                </a:ln>
                <a:solidFill>
                  <a:schemeClr val="tx1"/>
                </a:solidFill>
                <a:effectLst/>
                <a:latin typeface="Rockwell" panose="02060603020205020403" pitchFamily="18" charset="0"/>
                <a:ea typeface="Calibri" panose="020F0502020204030204" pitchFamily="34" charset="0"/>
                <a:cs typeface="Times New Roman" panose="02020603050405020304" pitchFamily="18" charset="0"/>
              </a:rPr>
              <a:t>X = ((A * B) +C/D)/(F*G+J*K)</a:t>
            </a:r>
            <a:endParaRPr kumimoji="0" lang="en-US" altLang="en-US" sz="2200" b="0" i="0" u="none" strike="noStrike" cap="none" normalizeH="0" baseline="0" dirty="0">
              <a:ln>
                <a:noFill/>
              </a:ln>
              <a:solidFill>
                <a:schemeClr val="tx1"/>
              </a:solidFill>
              <a:effectLst/>
              <a:latin typeface="Rockwell" panose="02060603020205020403" pitchFamily="18" charset="0"/>
            </a:endParaRPr>
          </a:p>
        </p:txBody>
      </p:sp>
    </p:spTree>
    <p:extLst>
      <p:ext uri="{BB962C8B-B14F-4D97-AF65-F5344CB8AC3E}">
        <p14:creationId xmlns:p14="http://schemas.microsoft.com/office/powerpoint/2010/main" val="2480576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55BD68EC-1C36-4693-A05B-ECD167AEA1BE}"/>
              </a:ext>
            </a:extLst>
          </p:cNvPr>
          <p:cNvSpPr>
            <a:spLocks noGrp="1"/>
          </p:cNvSpPr>
          <p:nvPr>
            <p:ph type="title"/>
          </p:nvPr>
        </p:nvSpPr>
        <p:spPr>
          <a:xfrm>
            <a:off x="0" y="177006"/>
            <a:ext cx="12195175" cy="889794"/>
          </a:xfrm>
          <a:solidFill>
            <a:schemeClr val="accent5">
              <a:lumMod val="20000"/>
              <a:lumOff val="80000"/>
            </a:schemeClr>
          </a:solidFill>
          <a:ln w="9525"/>
        </p:spPr>
        <p:txBody>
          <a:bodyPr>
            <a:normAutofit/>
          </a:bodyPr>
          <a:lstStyle/>
          <a:p>
            <a:pPr algn="ctr" eaLnBrk="1" hangingPunct="1"/>
            <a:r>
              <a:rPr lang="en-US" altLang="en-US" sz="4400" dirty="0">
                <a:latin typeface="Calisto MT" panose="02040603050505030304" pitchFamily="18" charset="0"/>
              </a:rPr>
              <a:t>Addressing Modes</a:t>
            </a:r>
          </a:p>
        </p:txBody>
      </p:sp>
      <p:sp>
        <p:nvSpPr>
          <p:cNvPr id="84996" name="Slide Number Placeholder 3">
            <a:extLst>
              <a:ext uri="{FF2B5EF4-FFF2-40B4-BE49-F238E27FC236}">
                <a16:creationId xmlns:a16="http://schemas.microsoft.com/office/drawing/2014/main" id="{04CCFEA7-106F-4BCE-9DCE-BCA35F979931}"/>
              </a:ext>
            </a:extLst>
          </p:cNvPr>
          <p:cNvSpPr>
            <a:spLocks noGrp="1"/>
          </p:cNvSpPr>
          <p:nvPr>
            <p:ph type="sldNum" sz="quarter" idx="4"/>
          </p:nvPr>
        </p:nvSpPr>
        <p:spPr bwMode="auto">
          <a:xfrm>
            <a:off x="10467975" y="6248400"/>
            <a:ext cx="11176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73D7AAF5-7F88-4FEF-93BE-3317CB6719FA}" type="slidenum">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l" defTabSz="914400" rtl="0" eaLnBrk="0" fontAlgn="base" latinLnBrk="0" hangingPunct="0">
                <a:lnSpc>
                  <a:spcPct val="100000"/>
                </a:lnSpc>
                <a:spcBef>
                  <a:spcPct val="0"/>
                </a:spcBef>
                <a:spcAft>
                  <a:spcPct val="0"/>
                </a:spcAft>
                <a:buClrTx/>
                <a:buSzTx/>
                <a:buFontTx/>
                <a:buNone/>
                <a:tabLst/>
                <a:defRPr/>
              </a:pPr>
              <a:t>16</a:t>
            </a:fld>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4" name="Picture 3">
            <a:extLst>
              <a:ext uri="{FF2B5EF4-FFF2-40B4-BE49-F238E27FC236}">
                <a16:creationId xmlns:a16="http://schemas.microsoft.com/office/drawing/2014/main" id="{E45D767B-016C-45D7-82B3-061653CEDCAB}"/>
              </a:ext>
            </a:extLst>
          </p:cNvPr>
          <p:cNvPicPr>
            <a:picLocks noChangeAspect="1"/>
          </p:cNvPicPr>
          <p:nvPr/>
        </p:nvPicPr>
        <p:blipFill rotWithShape="1">
          <a:blip r:embed="rId2"/>
          <a:srcRect l="10635" t="23327" r="36878" b="33330"/>
          <a:stretch/>
        </p:blipFill>
        <p:spPr>
          <a:xfrm>
            <a:off x="230187" y="1066800"/>
            <a:ext cx="11811000" cy="5024495"/>
          </a:xfrm>
          <a:prstGeom prst="rect">
            <a:avLst/>
          </a:prstGeom>
          <a:solidFill>
            <a:schemeClr val="accent6">
              <a:lumMod val="40000"/>
              <a:lumOff val="60000"/>
            </a:schemeClr>
          </a:solidFill>
        </p:spPr>
      </p:pic>
    </p:spTree>
    <p:extLst>
      <p:ext uri="{BB962C8B-B14F-4D97-AF65-F5344CB8AC3E}">
        <p14:creationId xmlns:p14="http://schemas.microsoft.com/office/powerpoint/2010/main" val="1020680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153988" y="990600"/>
            <a:ext cx="11887200" cy="5219700"/>
          </a:xfrm>
          <a:solidFill>
            <a:schemeClr val="accent5">
              <a:lumMod val="20000"/>
              <a:lumOff val="80000"/>
            </a:schemeClr>
          </a:solidFill>
        </p:spPr>
        <p:txBody>
          <a:bodyPr rtlCol="0">
            <a:noAutofit/>
          </a:bodyPr>
          <a:lstStyle/>
          <a:p>
            <a:pPr algn="just">
              <a:spcBef>
                <a:spcPts val="0"/>
              </a:spcBef>
              <a:spcAft>
                <a:spcPts val="600"/>
              </a:spcAft>
            </a:pPr>
            <a:r>
              <a:rPr lang="en-US" sz="2600" b="0" i="0" u="none" strike="noStrike" baseline="0" dirty="0">
                <a:solidFill>
                  <a:srgbClr val="000000"/>
                </a:solidFill>
                <a:latin typeface="Times New Roman" panose="02020603050405020304" pitchFamily="18" charset="0"/>
              </a:rPr>
              <a:t>A processor contains the following information: </a:t>
            </a:r>
            <a:r>
              <a:rPr lang="en-US" sz="2600" b="1" i="0" u="none" strike="noStrike" baseline="0" dirty="0">
                <a:solidFill>
                  <a:srgbClr val="000000"/>
                </a:solidFill>
                <a:latin typeface="Times New Roman" panose="02020603050405020304" pitchFamily="18" charset="0"/>
              </a:rPr>
              <a:t>PC = 7000; R1 = 1500;</a:t>
            </a:r>
          </a:p>
          <a:p>
            <a:pPr algn="just">
              <a:spcBef>
                <a:spcPts val="0"/>
              </a:spcBef>
              <a:spcAft>
                <a:spcPts val="600"/>
              </a:spcAft>
            </a:pPr>
            <a:r>
              <a:rPr lang="en-US" sz="2600" b="0" i="0" u="none" strike="noStrike" baseline="0" dirty="0">
                <a:solidFill>
                  <a:srgbClr val="000000"/>
                </a:solidFill>
                <a:latin typeface="Times New Roman" panose="02020603050405020304" pitchFamily="18" charset="0"/>
              </a:rPr>
              <a:t>Memory Contents</a:t>
            </a:r>
          </a:p>
          <a:p>
            <a:pPr algn="just">
              <a:spcBef>
                <a:spcPts val="0"/>
              </a:spcBef>
              <a:spcAft>
                <a:spcPts val="600"/>
              </a:spcAft>
            </a:pPr>
            <a:r>
              <a:rPr lang="en-US" sz="2600" b="1" i="0" u="none" strike="noStrike" baseline="0" dirty="0">
                <a:solidFill>
                  <a:srgbClr val="000000"/>
                </a:solidFill>
                <a:latin typeface="Times New Roman" panose="02020603050405020304" pitchFamily="18" charset="0"/>
              </a:rPr>
              <a:t>Address   Value</a:t>
            </a:r>
          </a:p>
          <a:p>
            <a:pPr algn="just">
              <a:spcBef>
                <a:spcPts val="0"/>
              </a:spcBef>
              <a:spcAft>
                <a:spcPts val="600"/>
              </a:spcAft>
            </a:pPr>
            <a:r>
              <a:rPr lang="en-US" sz="2600" b="1" i="0" u="none" strike="noStrike" baseline="0" dirty="0">
                <a:solidFill>
                  <a:srgbClr val="000000"/>
                </a:solidFill>
                <a:latin typeface="Times New Roman" panose="02020603050405020304" pitchFamily="18" charset="0"/>
              </a:rPr>
              <a:t>7000 	1200</a:t>
            </a:r>
          </a:p>
          <a:p>
            <a:pPr algn="just">
              <a:spcBef>
                <a:spcPts val="0"/>
              </a:spcBef>
              <a:spcAft>
                <a:spcPts val="600"/>
              </a:spcAft>
            </a:pPr>
            <a:r>
              <a:rPr lang="en-US" sz="2600" b="1" i="0" u="none" strike="noStrike" baseline="0" dirty="0">
                <a:solidFill>
                  <a:srgbClr val="000000"/>
                </a:solidFill>
                <a:latin typeface="Times New Roman" panose="02020603050405020304" pitchFamily="18" charset="0"/>
              </a:rPr>
              <a:t>1200 	4500</a:t>
            </a:r>
          </a:p>
          <a:p>
            <a:pPr algn="just">
              <a:spcBef>
                <a:spcPts val="0"/>
              </a:spcBef>
              <a:spcAft>
                <a:spcPts val="600"/>
              </a:spcAft>
            </a:pPr>
            <a:r>
              <a:rPr lang="en-US" sz="2600" b="1" i="0" u="none" strike="noStrike" baseline="0" dirty="0">
                <a:solidFill>
                  <a:srgbClr val="000000"/>
                </a:solidFill>
                <a:latin typeface="Times New Roman" panose="02020603050405020304" pitchFamily="18" charset="0"/>
              </a:rPr>
              <a:t>1500 	6000</a:t>
            </a:r>
          </a:p>
          <a:p>
            <a:pPr algn="just">
              <a:spcBef>
                <a:spcPts val="0"/>
              </a:spcBef>
              <a:spcAft>
                <a:spcPts val="600"/>
              </a:spcAft>
            </a:pPr>
            <a:r>
              <a:rPr lang="en-US" sz="2600" b="1" i="0" u="none" strike="noStrike" baseline="0" dirty="0">
                <a:solidFill>
                  <a:srgbClr val="000000"/>
                </a:solidFill>
                <a:latin typeface="Times New Roman" panose="02020603050405020304" pitchFamily="18" charset="0"/>
              </a:rPr>
              <a:t>3200 	8100</a:t>
            </a:r>
          </a:p>
          <a:p>
            <a:pPr algn="just">
              <a:spcBef>
                <a:spcPts val="0"/>
              </a:spcBef>
              <a:spcAft>
                <a:spcPts val="600"/>
              </a:spcAft>
            </a:pPr>
            <a:r>
              <a:rPr lang="en-US" sz="2600" b="1" i="0" u="none" strike="noStrike" baseline="0" dirty="0">
                <a:solidFill>
                  <a:srgbClr val="000000"/>
                </a:solidFill>
                <a:latin typeface="Times New Roman" panose="02020603050405020304" pitchFamily="18" charset="0"/>
              </a:rPr>
              <a:t>4500 	999</a:t>
            </a:r>
          </a:p>
          <a:p>
            <a:pPr algn="just">
              <a:spcBef>
                <a:spcPts val="0"/>
              </a:spcBef>
              <a:spcAft>
                <a:spcPts val="600"/>
              </a:spcAft>
            </a:pPr>
            <a:r>
              <a:rPr lang="en-US" sz="2600" b="1" i="0" u="none" strike="noStrike" baseline="0" dirty="0">
                <a:solidFill>
                  <a:srgbClr val="000000"/>
                </a:solidFill>
                <a:latin typeface="Times New Roman" panose="02020603050405020304" pitchFamily="18" charset="0"/>
              </a:rPr>
              <a:t>6000 	200</a:t>
            </a:r>
          </a:p>
          <a:p>
            <a:pPr algn="just">
              <a:spcBef>
                <a:spcPts val="0"/>
              </a:spcBef>
              <a:spcAft>
                <a:spcPts val="600"/>
              </a:spcAft>
            </a:pPr>
            <a:r>
              <a:rPr lang="en-US" sz="2600" b="1" i="0" u="none" strike="noStrike" baseline="0" dirty="0">
                <a:solidFill>
                  <a:srgbClr val="000000"/>
                </a:solidFill>
                <a:latin typeface="Times New Roman" panose="02020603050405020304" pitchFamily="18" charset="0"/>
              </a:rPr>
              <a:t>8100 	400</a:t>
            </a:r>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17</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7889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400" dirty="0"/>
              <a:t>Example on Addressing Mode</a:t>
            </a:r>
          </a:p>
        </p:txBody>
      </p:sp>
    </p:spTree>
    <p:extLst>
      <p:ext uri="{BB962C8B-B14F-4D97-AF65-F5344CB8AC3E}">
        <p14:creationId xmlns:p14="http://schemas.microsoft.com/office/powerpoint/2010/main" val="491398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165100" y="876300"/>
            <a:ext cx="11887200" cy="5524500"/>
          </a:xfrm>
          <a:solidFill>
            <a:schemeClr val="accent5">
              <a:lumMod val="20000"/>
              <a:lumOff val="80000"/>
            </a:schemeClr>
          </a:solidFill>
        </p:spPr>
        <p:txBody>
          <a:bodyPr rtlCol="0">
            <a:noAutofit/>
          </a:bodyPr>
          <a:lstStyle/>
          <a:p>
            <a:pPr marL="0" indent="0" algn="just">
              <a:spcBef>
                <a:spcPts val="0"/>
              </a:spcBef>
              <a:spcAft>
                <a:spcPts val="1200"/>
              </a:spcAft>
              <a:buNone/>
            </a:pPr>
            <a:r>
              <a:rPr lang="en-US" b="0" i="0" u="none" strike="noStrike" baseline="0" dirty="0">
                <a:solidFill>
                  <a:srgbClr val="000000"/>
                </a:solidFill>
                <a:latin typeface="Times New Roman" panose="02020603050405020304" pitchFamily="18" charset="0"/>
              </a:rPr>
              <a:t>Assume an instruction contains address field </a:t>
            </a:r>
            <a:r>
              <a:rPr lang="en-US" b="1" i="0" u="none" strike="noStrike" baseline="0" dirty="0">
                <a:solidFill>
                  <a:srgbClr val="000000"/>
                </a:solidFill>
                <a:latin typeface="Times New Roman" panose="02020603050405020304" pitchFamily="18" charset="0"/>
              </a:rPr>
              <a:t>1200</a:t>
            </a:r>
            <a:r>
              <a:rPr lang="en-US" b="0" i="0" u="none" strike="noStrike" baseline="0" dirty="0">
                <a:solidFill>
                  <a:srgbClr val="000000"/>
                </a:solidFill>
                <a:latin typeface="Times New Roman" panose="02020603050405020304" pitchFamily="18" charset="0"/>
              </a:rPr>
              <a:t>.</a:t>
            </a:r>
          </a:p>
          <a:p>
            <a:pPr marL="0" indent="0" algn="just">
              <a:spcBef>
                <a:spcPts val="0"/>
              </a:spcBef>
              <a:spcAft>
                <a:spcPts val="1200"/>
              </a:spcAft>
              <a:buNone/>
            </a:pPr>
            <a:r>
              <a:rPr lang="en-US" b="1" i="0" u="none" strike="noStrike" baseline="0" dirty="0">
                <a:solidFill>
                  <a:srgbClr val="000000"/>
                </a:solidFill>
                <a:latin typeface="Times New Roman" panose="02020603050405020304" pitchFamily="18" charset="0"/>
              </a:rPr>
              <a:t>Determine the Effective Address (EA) and operand for the following addressing modes:</a:t>
            </a:r>
          </a:p>
          <a:p>
            <a:pPr marL="0" indent="0" algn="just">
              <a:spcBef>
                <a:spcPts val="0"/>
              </a:spcBef>
              <a:spcAft>
                <a:spcPts val="1800"/>
              </a:spcAft>
              <a:buNone/>
            </a:pPr>
            <a:r>
              <a:rPr lang="en-US" b="1" i="0" u="none" strike="noStrike" baseline="0" dirty="0" err="1">
                <a:solidFill>
                  <a:srgbClr val="000000"/>
                </a:solidFill>
                <a:latin typeface="Times New Roman" panose="02020603050405020304" pitchFamily="18" charset="0"/>
              </a:rPr>
              <a:t>i</a:t>
            </a:r>
            <a:r>
              <a:rPr lang="en-US" b="1" i="0" u="none" strike="noStrike" baseline="0" dirty="0">
                <a:solidFill>
                  <a:srgbClr val="000000"/>
                </a:solidFill>
                <a:latin typeface="Times New Roman" panose="02020603050405020304" pitchFamily="18" charset="0"/>
              </a:rPr>
              <a:t>) </a:t>
            </a:r>
            <a:r>
              <a:rPr lang="en-US" sz="2400" b="1" i="0" u="none" strike="noStrike" baseline="0" dirty="0">
                <a:solidFill>
                  <a:srgbClr val="000000"/>
                </a:solidFill>
                <a:latin typeface="Times New Roman" panose="02020603050405020304" pitchFamily="18" charset="0"/>
              </a:rPr>
              <a:t>Immediate addressing mode </a:t>
            </a:r>
          </a:p>
          <a:p>
            <a:pPr marL="0" indent="0" algn="just">
              <a:spcBef>
                <a:spcPts val="0"/>
              </a:spcBef>
              <a:spcAft>
                <a:spcPts val="1800"/>
              </a:spcAft>
              <a:buNone/>
            </a:pPr>
            <a:r>
              <a:rPr lang="en-US" sz="2400" b="1" i="0" u="none" strike="noStrike" baseline="0" dirty="0">
                <a:solidFill>
                  <a:srgbClr val="000000"/>
                </a:solidFill>
                <a:latin typeface="Times New Roman" panose="02020603050405020304" pitchFamily="18" charset="0"/>
              </a:rPr>
              <a:t>ii) Direct addressing mode</a:t>
            </a:r>
          </a:p>
          <a:p>
            <a:pPr marL="0" indent="0" algn="just">
              <a:spcBef>
                <a:spcPts val="0"/>
              </a:spcBef>
              <a:spcAft>
                <a:spcPts val="1800"/>
              </a:spcAft>
              <a:buNone/>
            </a:pPr>
            <a:r>
              <a:rPr lang="en-US" sz="2400" b="1" i="0" u="none" strike="noStrike" baseline="0" dirty="0">
                <a:solidFill>
                  <a:srgbClr val="000000"/>
                </a:solidFill>
                <a:latin typeface="Times New Roman" panose="02020603050405020304" pitchFamily="18" charset="0"/>
              </a:rPr>
              <a:t>iii) Indirect addressing mode</a:t>
            </a:r>
          </a:p>
          <a:p>
            <a:pPr marL="0" indent="0" algn="just">
              <a:spcBef>
                <a:spcPts val="0"/>
              </a:spcBef>
              <a:spcAft>
                <a:spcPts val="1800"/>
              </a:spcAft>
              <a:buNone/>
            </a:pPr>
            <a:r>
              <a:rPr lang="en-US" sz="2400" b="1" i="0" u="none" strike="noStrike" baseline="0" dirty="0">
                <a:solidFill>
                  <a:srgbClr val="000000"/>
                </a:solidFill>
                <a:latin typeface="Times New Roman" panose="02020603050405020304" pitchFamily="18" charset="0"/>
              </a:rPr>
              <a:t>iv) Register addressing mode </a:t>
            </a:r>
          </a:p>
          <a:p>
            <a:pPr marL="0" indent="0" algn="just">
              <a:spcBef>
                <a:spcPts val="0"/>
              </a:spcBef>
              <a:spcAft>
                <a:spcPts val="1800"/>
              </a:spcAft>
              <a:buNone/>
            </a:pPr>
            <a:r>
              <a:rPr lang="en-US" sz="2400" b="1" i="0" u="none" strike="noStrike" baseline="0" dirty="0">
                <a:solidFill>
                  <a:srgbClr val="000000"/>
                </a:solidFill>
                <a:latin typeface="Times New Roman" panose="02020603050405020304" pitchFamily="18" charset="0"/>
              </a:rPr>
              <a:t>v) Register Indirect (R1) addressing mode</a:t>
            </a:r>
          </a:p>
          <a:p>
            <a:pPr marL="0" indent="0" algn="just">
              <a:spcBef>
                <a:spcPts val="0"/>
              </a:spcBef>
              <a:spcAft>
                <a:spcPts val="1800"/>
              </a:spcAft>
              <a:buNone/>
            </a:pPr>
            <a:r>
              <a:rPr lang="en-US" sz="2400" b="1" i="0" u="none" strike="noStrike" baseline="0" dirty="0">
                <a:solidFill>
                  <a:srgbClr val="000000"/>
                </a:solidFill>
                <a:latin typeface="Times New Roman" panose="02020603050405020304" pitchFamily="18" charset="0"/>
              </a:rPr>
              <a:t>vi) Relative addressing mode</a:t>
            </a:r>
            <a:endParaRPr lang="en-GB" sz="3600" b="1" dirty="0"/>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18</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7889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400" dirty="0"/>
              <a:t>Example on Addressing Mode</a:t>
            </a:r>
          </a:p>
        </p:txBody>
      </p:sp>
    </p:spTree>
    <p:extLst>
      <p:ext uri="{BB962C8B-B14F-4D97-AF65-F5344CB8AC3E}">
        <p14:creationId xmlns:p14="http://schemas.microsoft.com/office/powerpoint/2010/main" val="175430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153988" y="941386"/>
            <a:ext cx="11887200" cy="5307013"/>
          </a:xfrm>
          <a:solidFill>
            <a:schemeClr val="accent5">
              <a:lumMod val="20000"/>
              <a:lumOff val="80000"/>
            </a:schemeClr>
          </a:solidFill>
        </p:spPr>
        <p:txBody>
          <a:bodyPr rtlCol="0">
            <a:noAutofit/>
          </a:bodyPr>
          <a:lstStyle/>
          <a:p>
            <a:pPr marL="0" indent="0" algn="just">
              <a:spcBef>
                <a:spcPts val="0"/>
              </a:spcBef>
              <a:spcAft>
                <a:spcPts val="0"/>
              </a:spcAft>
              <a:buNone/>
            </a:pPr>
            <a:r>
              <a:rPr lang="en-US" sz="2200" b="1" i="0" u="none" strike="noStrike" baseline="0" dirty="0" err="1">
                <a:solidFill>
                  <a:srgbClr val="000000"/>
                </a:solidFill>
                <a:latin typeface="Times New Roman" panose="02020603050405020304" pitchFamily="18" charset="0"/>
              </a:rPr>
              <a:t>i</a:t>
            </a:r>
            <a:r>
              <a:rPr lang="en-US" sz="2200" b="1" i="0" u="none" strike="noStrike" baseline="0" dirty="0">
                <a:solidFill>
                  <a:srgbClr val="000000"/>
                </a:solidFill>
                <a:latin typeface="Times New Roman" panose="02020603050405020304" pitchFamily="18" charset="0"/>
              </a:rPr>
              <a:t>) Immediate</a:t>
            </a:r>
          </a:p>
          <a:p>
            <a:pPr marL="0" indent="0" algn="just">
              <a:spcBef>
                <a:spcPts val="0"/>
              </a:spcBef>
              <a:spcAft>
                <a:spcPts val="0"/>
              </a:spcAft>
              <a:buNone/>
            </a:pPr>
            <a:r>
              <a:rPr lang="en-US" sz="2200" b="0" i="0" u="none" strike="noStrike" baseline="0" dirty="0">
                <a:solidFill>
                  <a:srgbClr val="000000"/>
                </a:solidFill>
                <a:latin typeface="Times New Roman" panose="02020603050405020304" pitchFamily="18" charset="0"/>
              </a:rPr>
              <a:t>Operand = 1200</a:t>
            </a:r>
          </a:p>
          <a:p>
            <a:pPr marL="0" indent="0" algn="just">
              <a:spcBef>
                <a:spcPts val="0"/>
              </a:spcBef>
              <a:spcAft>
                <a:spcPts val="0"/>
              </a:spcAft>
              <a:buNone/>
            </a:pPr>
            <a:r>
              <a:rPr lang="en-US" sz="2200" b="0" i="0" u="none" strike="noStrike" baseline="0" dirty="0">
                <a:solidFill>
                  <a:srgbClr val="000000"/>
                </a:solidFill>
                <a:latin typeface="Times New Roman" panose="02020603050405020304" pitchFamily="18" charset="0"/>
              </a:rPr>
              <a:t>EA not required. </a:t>
            </a:r>
          </a:p>
          <a:p>
            <a:pPr marL="0" indent="0" algn="just">
              <a:spcBef>
                <a:spcPts val="0"/>
              </a:spcBef>
              <a:spcAft>
                <a:spcPts val="0"/>
              </a:spcAft>
              <a:buNone/>
            </a:pPr>
            <a:endParaRPr lang="en-US" sz="2200" b="0" i="0" u="none" strike="noStrike" baseline="0" dirty="0">
              <a:solidFill>
                <a:srgbClr val="000000"/>
              </a:solidFill>
              <a:latin typeface="Times New Roman" panose="02020603050405020304" pitchFamily="18" charset="0"/>
            </a:endParaRPr>
          </a:p>
          <a:p>
            <a:pPr marL="0" indent="0" algn="just">
              <a:spcBef>
                <a:spcPts val="0"/>
              </a:spcBef>
              <a:spcAft>
                <a:spcPts val="0"/>
              </a:spcAft>
              <a:buNone/>
            </a:pPr>
            <a:r>
              <a:rPr lang="en-US" sz="2200" b="1" i="0" u="none" strike="noStrike" baseline="0" dirty="0">
                <a:solidFill>
                  <a:srgbClr val="000000"/>
                </a:solidFill>
                <a:latin typeface="Times New Roman" panose="02020603050405020304" pitchFamily="18" charset="0"/>
              </a:rPr>
              <a:t>ii) Direct</a:t>
            </a:r>
          </a:p>
          <a:p>
            <a:pPr marL="0" indent="0" algn="just">
              <a:spcBef>
                <a:spcPts val="0"/>
              </a:spcBef>
              <a:spcAft>
                <a:spcPts val="0"/>
              </a:spcAft>
              <a:buNone/>
            </a:pPr>
            <a:r>
              <a:rPr lang="en-US" sz="2200" b="0" i="0" u="none" strike="noStrike" baseline="0" dirty="0">
                <a:solidFill>
                  <a:srgbClr val="000000"/>
                </a:solidFill>
                <a:latin typeface="Times New Roman" panose="02020603050405020304" pitchFamily="18" charset="0"/>
              </a:rPr>
              <a:t>EA = 1200</a:t>
            </a:r>
          </a:p>
          <a:p>
            <a:pPr marL="0" indent="0" algn="just">
              <a:spcBef>
                <a:spcPts val="0"/>
              </a:spcBef>
              <a:spcAft>
                <a:spcPts val="0"/>
              </a:spcAft>
              <a:buNone/>
            </a:pPr>
            <a:r>
              <a:rPr lang="en-US" sz="2200" b="0" i="0" u="none" strike="noStrike" baseline="0" dirty="0">
                <a:solidFill>
                  <a:srgbClr val="000000"/>
                </a:solidFill>
                <a:latin typeface="Times New Roman" panose="02020603050405020304" pitchFamily="18" charset="0"/>
              </a:rPr>
              <a:t>Operand = content of Memory [1200] = 4500</a:t>
            </a:r>
          </a:p>
          <a:p>
            <a:pPr marL="0" indent="0" algn="just">
              <a:spcBef>
                <a:spcPts val="0"/>
              </a:spcBef>
              <a:spcAft>
                <a:spcPts val="0"/>
              </a:spcAft>
              <a:buNone/>
            </a:pPr>
            <a:endParaRPr lang="en-US" sz="2200" b="0" i="0" u="none" strike="noStrike" baseline="0" dirty="0">
              <a:solidFill>
                <a:srgbClr val="000000"/>
              </a:solidFill>
              <a:latin typeface="Times New Roman" panose="02020603050405020304" pitchFamily="18" charset="0"/>
            </a:endParaRPr>
          </a:p>
          <a:p>
            <a:pPr marL="0" indent="0" algn="just">
              <a:spcBef>
                <a:spcPts val="0"/>
              </a:spcBef>
              <a:spcAft>
                <a:spcPts val="0"/>
              </a:spcAft>
              <a:buNone/>
            </a:pPr>
            <a:r>
              <a:rPr lang="en-US" sz="2200" b="1" i="0" u="none" strike="noStrike" baseline="0" dirty="0">
                <a:solidFill>
                  <a:srgbClr val="000000"/>
                </a:solidFill>
                <a:latin typeface="Times New Roman" panose="02020603050405020304" pitchFamily="18" charset="0"/>
              </a:rPr>
              <a:t>iii) Indirect</a:t>
            </a:r>
          </a:p>
          <a:p>
            <a:pPr marL="0" indent="0" algn="just">
              <a:spcBef>
                <a:spcPts val="0"/>
              </a:spcBef>
              <a:spcAft>
                <a:spcPts val="0"/>
              </a:spcAft>
              <a:buNone/>
            </a:pPr>
            <a:r>
              <a:rPr lang="en-US" sz="2200" b="0" i="0" u="none" strike="noStrike" baseline="0" dirty="0">
                <a:solidFill>
                  <a:srgbClr val="000000"/>
                </a:solidFill>
                <a:latin typeface="Times New Roman" panose="02020603050405020304" pitchFamily="18" charset="0"/>
              </a:rPr>
              <a:t>EA = content of Memory [1200] = 4500</a:t>
            </a:r>
          </a:p>
          <a:p>
            <a:pPr marL="0" indent="0" algn="just">
              <a:spcBef>
                <a:spcPts val="0"/>
              </a:spcBef>
              <a:spcAft>
                <a:spcPts val="0"/>
              </a:spcAft>
              <a:buNone/>
            </a:pPr>
            <a:r>
              <a:rPr lang="en-US" sz="2200" b="0" i="0" u="none" strike="noStrike" baseline="0" dirty="0">
                <a:solidFill>
                  <a:srgbClr val="000000"/>
                </a:solidFill>
                <a:latin typeface="Times New Roman" panose="02020603050405020304" pitchFamily="18" charset="0"/>
              </a:rPr>
              <a:t>Operand = content of Memory [4500] = 999</a:t>
            </a:r>
          </a:p>
          <a:p>
            <a:pPr marL="0" indent="0" algn="just">
              <a:spcBef>
                <a:spcPts val="0"/>
              </a:spcBef>
              <a:spcAft>
                <a:spcPts val="0"/>
              </a:spcAft>
              <a:buNone/>
            </a:pPr>
            <a:endParaRPr lang="en-US" sz="2200" b="0" i="0" u="none" strike="noStrike" baseline="0" dirty="0">
              <a:solidFill>
                <a:srgbClr val="000000"/>
              </a:solidFill>
              <a:latin typeface="Times New Roman" panose="02020603050405020304" pitchFamily="18" charset="0"/>
            </a:endParaRPr>
          </a:p>
          <a:p>
            <a:pPr marL="0" indent="0" algn="just">
              <a:spcBef>
                <a:spcPts val="0"/>
              </a:spcBef>
              <a:spcAft>
                <a:spcPts val="0"/>
              </a:spcAft>
              <a:buNone/>
            </a:pPr>
            <a:r>
              <a:rPr lang="en-US" sz="2200" b="1" i="0" u="none" strike="noStrike" baseline="0" dirty="0">
                <a:solidFill>
                  <a:srgbClr val="000000"/>
                </a:solidFill>
                <a:latin typeface="Times New Roman" panose="02020603050405020304" pitchFamily="18" charset="0"/>
              </a:rPr>
              <a:t>iv) Register</a:t>
            </a:r>
          </a:p>
          <a:p>
            <a:pPr marL="0" indent="0" algn="just">
              <a:spcBef>
                <a:spcPts val="0"/>
              </a:spcBef>
              <a:spcAft>
                <a:spcPts val="0"/>
              </a:spcAft>
              <a:buNone/>
            </a:pPr>
            <a:r>
              <a:rPr lang="en-US" sz="2200" b="0" i="0" u="none" strike="noStrike" baseline="0" dirty="0">
                <a:solidFill>
                  <a:srgbClr val="000000"/>
                </a:solidFill>
                <a:latin typeface="Times New Roman" panose="02020603050405020304" pitchFamily="18" charset="0"/>
              </a:rPr>
              <a:t>Suppose operand stored in R1.</a:t>
            </a:r>
          </a:p>
          <a:p>
            <a:pPr marL="0" indent="0" algn="just">
              <a:spcBef>
                <a:spcPts val="0"/>
              </a:spcBef>
              <a:spcAft>
                <a:spcPts val="0"/>
              </a:spcAft>
              <a:buNone/>
            </a:pPr>
            <a:r>
              <a:rPr lang="en-US" sz="2200" b="0" i="0" u="none" strike="noStrike" baseline="0" dirty="0">
                <a:solidFill>
                  <a:srgbClr val="000000"/>
                </a:solidFill>
                <a:latin typeface="Times New Roman" panose="02020603050405020304" pitchFamily="18" charset="0"/>
              </a:rPr>
              <a:t>Operand = 1500</a:t>
            </a:r>
          </a:p>
          <a:p>
            <a:pPr marL="0" indent="0" algn="just">
              <a:spcBef>
                <a:spcPts val="0"/>
              </a:spcBef>
              <a:spcAft>
                <a:spcPts val="0"/>
              </a:spcAft>
              <a:buNone/>
            </a:pPr>
            <a:endParaRPr lang="en-US" sz="2200" b="0" i="0" u="none" strike="noStrike" baseline="0" dirty="0">
              <a:solidFill>
                <a:srgbClr val="000000"/>
              </a:solidFill>
              <a:latin typeface="Times New Roman" panose="02020603050405020304" pitchFamily="18" charset="0"/>
            </a:endParaRPr>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19</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7889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400" dirty="0"/>
              <a:t>Addressing Mode – Solution – slide 1</a:t>
            </a:r>
          </a:p>
        </p:txBody>
      </p:sp>
    </p:spTree>
    <p:extLst>
      <p:ext uri="{BB962C8B-B14F-4D97-AF65-F5344CB8AC3E}">
        <p14:creationId xmlns:p14="http://schemas.microsoft.com/office/powerpoint/2010/main" val="608252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153988" y="941386"/>
            <a:ext cx="11887200" cy="5307013"/>
          </a:xfrm>
          <a:solidFill>
            <a:schemeClr val="accent5">
              <a:lumMod val="20000"/>
              <a:lumOff val="80000"/>
            </a:schemeClr>
          </a:solidFill>
        </p:spPr>
        <p:txBody>
          <a:bodyPr rtlCol="0">
            <a:noAutofit/>
          </a:bodyPr>
          <a:lstStyle/>
          <a:p>
            <a:pPr marL="0" indent="0" algn="just">
              <a:spcBef>
                <a:spcPts val="0"/>
              </a:spcBef>
              <a:spcAft>
                <a:spcPts val="0"/>
              </a:spcAft>
              <a:buNone/>
            </a:pPr>
            <a:r>
              <a:rPr lang="en-US" sz="2400" b="1" i="0" u="none" strike="noStrike" baseline="0" dirty="0">
                <a:solidFill>
                  <a:srgbClr val="000000"/>
                </a:solidFill>
                <a:latin typeface="Times New Roman" panose="02020603050405020304" pitchFamily="18" charset="0"/>
              </a:rPr>
              <a:t>v) Register Indirect</a:t>
            </a:r>
          </a:p>
          <a:p>
            <a:pPr marL="0" indent="0" algn="just">
              <a:spcBef>
                <a:spcPts val="0"/>
              </a:spcBef>
              <a:spcAft>
                <a:spcPts val="0"/>
              </a:spcAft>
              <a:buNone/>
            </a:pPr>
            <a:r>
              <a:rPr lang="en-US" sz="2400" b="0" i="0" u="none" strike="noStrike" baseline="0" dirty="0">
                <a:solidFill>
                  <a:srgbClr val="000000"/>
                </a:solidFill>
                <a:latin typeface="Times New Roman" panose="02020603050405020304" pitchFamily="18" charset="0"/>
              </a:rPr>
              <a:t>EA = R1 = 1500</a:t>
            </a:r>
          </a:p>
          <a:p>
            <a:pPr marL="0" indent="0" algn="just">
              <a:spcBef>
                <a:spcPts val="0"/>
              </a:spcBef>
              <a:spcAft>
                <a:spcPts val="0"/>
              </a:spcAft>
              <a:buNone/>
            </a:pPr>
            <a:r>
              <a:rPr lang="en-US" sz="2400" b="0" i="0" u="none" strike="noStrike" baseline="0" dirty="0">
                <a:solidFill>
                  <a:srgbClr val="000000"/>
                </a:solidFill>
                <a:latin typeface="Times New Roman" panose="02020603050405020304" pitchFamily="18" charset="0"/>
              </a:rPr>
              <a:t>Operand = content of Memory [1500] = 6000</a:t>
            </a:r>
          </a:p>
          <a:p>
            <a:pPr marL="0" indent="0" algn="just">
              <a:spcBef>
                <a:spcPts val="0"/>
              </a:spcBef>
              <a:spcAft>
                <a:spcPts val="0"/>
              </a:spcAft>
              <a:buNone/>
            </a:pPr>
            <a:endParaRPr lang="en-US" sz="2400" b="0" i="0" u="none" strike="noStrike" baseline="0" dirty="0">
              <a:solidFill>
                <a:srgbClr val="000000"/>
              </a:solidFill>
              <a:latin typeface="Times New Roman" panose="02020603050405020304" pitchFamily="18" charset="0"/>
            </a:endParaRPr>
          </a:p>
          <a:p>
            <a:pPr marL="0" indent="0" algn="just">
              <a:spcBef>
                <a:spcPts val="0"/>
              </a:spcBef>
              <a:spcAft>
                <a:spcPts val="0"/>
              </a:spcAft>
              <a:buNone/>
            </a:pPr>
            <a:r>
              <a:rPr lang="en-US" sz="2400" b="1" i="0" u="none" strike="noStrike" baseline="0" dirty="0">
                <a:solidFill>
                  <a:srgbClr val="000000"/>
                </a:solidFill>
                <a:latin typeface="Times New Roman" panose="02020603050405020304" pitchFamily="18" charset="0"/>
              </a:rPr>
              <a:t>vi) Relative</a:t>
            </a:r>
          </a:p>
          <a:p>
            <a:pPr marL="0" indent="0" algn="just">
              <a:spcBef>
                <a:spcPts val="0"/>
              </a:spcBef>
              <a:spcAft>
                <a:spcPts val="0"/>
              </a:spcAft>
              <a:buNone/>
            </a:pPr>
            <a:r>
              <a:rPr lang="en-US" sz="2400" b="0" i="0" u="none" strike="noStrike" baseline="0" dirty="0">
                <a:solidFill>
                  <a:srgbClr val="000000"/>
                </a:solidFill>
                <a:latin typeface="Times New Roman" panose="02020603050405020304" pitchFamily="18" charset="0"/>
              </a:rPr>
              <a:t>EA = 7000 + 1200 =  8200</a:t>
            </a:r>
          </a:p>
          <a:p>
            <a:pPr marL="0" indent="0" algn="just">
              <a:spcBef>
                <a:spcPts val="0"/>
              </a:spcBef>
              <a:spcAft>
                <a:spcPts val="0"/>
              </a:spcAft>
              <a:buNone/>
            </a:pPr>
            <a:r>
              <a:rPr lang="en-US" sz="2400" b="0" i="0" u="none" strike="noStrike" baseline="0" dirty="0">
                <a:solidFill>
                  <a:srgbClr val="000000"/>
                </a:solidFill>
                <a:latin typeface="Times New Roman" panose="02020603050405020304" pitchFamily="18" charset="0"/>
              </a:rPr>
              <a:t>Operand = content of Memory [8200] = which is Not specified or Unknown</a:t>
            </a:r>
            <a:endParaRPr lang="en-GB" sz="3600" b="1" dirty="0"/>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20</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7889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400" dirty="0"/>
              <a:t>Addressing Mode – Solution – slide 2</a:t>
            </a:r>
          </a:p>
        </p:txBody>
      </p:sp>
    </p:spTree>
    <p:extLst>
      <p:ext uri="{BB962C8B-B14F-4D97-AF65-F5344CB8AC3E}">
        <p14:creationId xmlns:p14="http://schemas.microsoft.com/office/powerpoint/2010/main" val="1921075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153988" y="990600"/>
            <a:ext cx="11887200" cy="5257800"/>
          </a:xfrm>
          <a:solidFill>
            <a:schemeClr val="accent5">
              <a:lumMod val="20000"/>
              <a:lumOff val="80000"/>
            </a:schemeClr>
          </a:solidFill>
        </p:spPr>
        <p:txBody>
          <a:bodyPr rtlCol="0">
            <a:noAutofit/>
          </a:bodyPr>
          <a:lstStyle/>
          <a:p>
            <a:pPr algn="just"/>
            <a:r>
              <a:rPr lang="en-US" b="0" i="0" u="none" strike="noStrike" baseline="0" dirty="0">
                <a:solidFill>
                  <a:srgbClr val="000000"/>
                </a:solidFill>
                <a:latin typeface="Times New Roman" panose="02020603050405020304" pitchFamily="18" charset="0"/>
              </a:rPr>
              <a:t>A non-pipelined processor requires 60 ns per instruction. </a:t>
            </a:r>
          </a:p>
          <a:p>
            <a:pPr algn="just"/>
            <a:r>
              <a:rPr lang="en-US" b="0" i="0" u="none" strike="noStrike" baseline="0" dirty="0">
                <a:solidFill>
                  <a:srgbClr val="000000"/>
                </a:solidFill>
                <a:latin typeface="Times New Roman" panose="02020603050405020304" pitchFamily="18" charset="0"/>
              </a:rPr>
              <a:t>The processor is redesigned into a 6-stage pipeline with a cycle time of 12 ns. </a:t>
            </a:r>
          </a:p>
          <a:p>
            <a:pPr algn="just"/>
            <a:r>
              <a:rPr lang="en-US" b="0" i="0" u="none" strike="noStrike" baseline="0" dirty="0">
                <a:solidFill>
                  <a:srgbClr val="000000"/>
                </a:solidFill>
                <a:latin typeface="Times New Roman" panose="02020603050405020304" pitchFamily="18" charset="0"/>
              </a:rPr>
              <a:t>Calculate: </a:t>
            </a:r>
          </a:p>
          <a:p>
            <a:pPr marL="0" indent="0" algn="just">
              <a:buNone/>
            </a:pPr>
            <a:r>
              <a:rPr lang="en-US" b="1" i="0" u="none" strike="noStrike" baseline="0" dirty="0">
                <a:solidFill>
                  <a:srgbClr val="000000"/>
                </a:solidFill>
                <a:latin typeface="Times New Roman" panose="02020603050405020304" pitchFamily="18" charset="0"/>
              </a:rPr>
              <a:t>a. Time required for 50 instructions without pipelining </a:t>
            </a:r>
          </a:p>
          <a:p>
            <a:pPr marL="0" indent="0" algn="just">
              <a:buNone/>
            </a:pPr>
            <a:r>
              <a:rPr lang="en-US" b="1" i="0" u="none" strike="noStrike" baseline="0" dirty="0">
                <a:solidFill>
                  <a:srgbClr val="000000"/>
                </a:solidFill>
                <a:latin typeface="Times New Roman" panose="02020603050405020304" pitchFamily="18" charset="0"/>
              </a:rPr>
              <a:t>b. Time required for 50 instructions with pipelining </a:t>
            </a:r>
          </a:p>
          <a:p>
            <a:pPr marL="0" indent="0" algn="just">
              <a:buNone/>
            </a:pPr>
            <a:r>
              <a:rPr lang="en-US" b="1" i="0" u="none" strike="noStrike" baseline="0" dirty="0">
                <a:solidFill>
                  <a:srgbClr val="000000"/>
                </a:solidFill>
                <a:latin typeface="Times New Roman" panose="02020603050405020304" pitchFamily="18" charset="0"/>
              </a:rPr>
              <a:t>c. Speedup obtained </a:t>
            </a:r>
            <a:endParaRPr lang="en-GB" sz="4000" b="1" dirty="0"/>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21</a:t>
            </a:fld>
            <a:endParaRPr lang="en-US" altLang="en-US" sz="1800">
              <a:solidFill>
                <a:srgbClr val="898989"/>
              </a:solidFill>
              <a:latin typeface="Arial" panose="020B0604020202020204" pitchFamily="34" charset="0"/>
            </a:endParaRPr>
          </a:p>
        </p:txBody>
      </p:sp>
      <p:sp>
        <p:nvSpPr>
          <p:cNvPr id="4" name="Title 1">
            <a:extLst>
              <a:ext uri="{FF2B5EF4-FFF2-40B4-BE49-F238E27FC236}">
                <a16:creationId xmlns:a16="http://schemas.microsoft.com/office/drawing/2014/main" id="{4F1E417F-2571-4FDF-8083-1EE80F0D5FC0}"/>
              </a:ext>
            </a:extLst>
          </p:cNvPr>
          <p:cNvSpPr>
            <a:spLocks noGrp="1"/>
          </p:cNvSpPr>
          <p:nvPr>
            <p:ph type="title"/>
          </p:nvPr>
        </p:nvSpPr>
        <p:spPr>
          <a:xfrm>
            <a:off x="1588" y="152400"/>
            <a:ext cx="12039600" cy="7889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400" dirty="0"/>
              <a:t>Example1 on Pipelining</a:t>
            </a:r>
          </a:p>
        </p:txBody>
      </p:sp>
    </p:spTree>
    <p:extLst>
      <p:ext uri="{BB962C8B-B14F-4D97-AF65-F5344CB8AC3E}">
        <p14:creationId xmlns:p14="http://schemas.microsoft.com/office/powerpoint/2010/main" val="2769820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E4F7A79-13A6-42CE-B7F6-79FA3E0BEEA4}"/>
              </a:ext>
            </a:extLst>
          </p:cNvPr>
          <p:cNvSpPr>
            <a:spLocks noGrp="1"/>
          </p:cNvSpPr>
          <p:nvPr>
            <p:ph type="title"/>
          </p:nvPr>
        </p:nvSpPr>
        <p:spPr>
          <a:xfrm>
            <a:off x="1588" y="76200"/>
            <a:ext cx="12039600" cy="1007594"/>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800" dirty="0"/>
              <a:t>Pipelining - Solution (slide- 1)</a:t>
            </a:r>
          </a:p>
        </p:txBody>
      </p:sp>
      <p:sp>
        <p:nvSpPr>
          <p:cNvPr id="69635" name="Content Placeholder 2">
            <a:extLst>
              <a:ext uri="{FF2B5EF4-FFF2-40B4-BE49-F238E27FC236}">
                <a16:creationId xmlns:a16="http://schemas.microsoft.com/office/drawing/2014/main" id="{4FD06301-B4FC-416A-B655-A0D6B8C2739C}"/>
              </a:ext>
            </a:extLst>
          </p:cNvPr>
          <p:cNvSpPr>
            <a:spLocks noGrp="1"/>
          </p:cNvSpPr>
          <p:nvPr>
            <p:ph idx="1"/>
          </p:nvPr>
        </p:nvSpPr>
        <p:spPr>
          <a:xfrm>
            <a:off x="173401" y="1159994"/>
            <a:ext cx="11867787" cy="5088406"/>
          </a:xfrm>
          <a:solidFill>
            <a:schemeClr val="accent5">
              <a:lumMod val="20000"/>
              <a:lumOff val="80000"/>
            </a:schemeClr>
          </a:solidFill>
        </p:spPr>
        <p:txBody>
          <a:bodyPr rtlCol="0">
            <a:noAutofit/>
          </a:bodyPr>
          <a:lstStyle/>
          <a:p>
            <a:r>
              <a:rPr lang="en-US" dirty="0"/>
              <a:t>Given:</a:t>
            </a:r>
          </a:p>
          <a:p>
            <a:pPr>
              <a:buFont typeface="Arial" panose="020B0604020202020204" pitchFamily="34" charset="0"/>
              <a:buChar char="•"/>
            </a:pPr>
            <a:r>
              <a:rPr lang="en-US" b="1" dirty="0"/>
              <a:t>Non-pipelined instruction time</a:t>
            </a:r>
            <a:r>
              <a:rPr lang="en-US" dirty="0"/>
              <a:t> = 60 ns/instruction </a:t>
            </a:r>
          </a:p>
          <a:p>
            <a:pPr>
              <a:buFont typeface="Arial" panose="020B0604020202020204" pitchFamily="34" charset="0"/>
              <a:buChar char="•"/>
            </a:pPr>
            <a:r>
              <a:rPr lang="en-US" b="1" dirty="0"/>
              <a:t>Pipeline stages</a:t>
            </a:r>
            <a:r>
              <a:rPr lang="en-US" dirty="0"/>
              <a:t> = 6 </a:t>
            </a:r>
          </a:p>
          <a:p>
            <a:pPr>
              <a:buFont typeface="Arial" panose="020B0604020202020204" pitchFamily="34" charset="0"/>
              <a:buChar char="•"/>
            </a:pPr>
            <a:r>
              <a:rPr lang="en-US" b="1" dirty="0"/>
              <a:t>Pipeline cycle time</a:t>
            </a:r>
            <a:r>
              <a:rPr lang="en-US" dirty="0"/>
              <a:t> = 12 ns </a:t>
            </a:r>
          </a:p>
          <a:p>
            <a:pPr>
              <a:buFont typeface="Arial" panose="020B0604020202020204" pitchFamily="34" charset="0"/>
              <a:buChar char="•"/>
            </a:pPr>
            <a:r>
              <a:rPr lang="en-US" b="1" dirty="0"/>
              <a:t>Number of instructions</a:t>
            </a:r>
            <a:r>
              <a:rPr lang="en-US" dirty="0"/>
              <a:t> = 50</a:t>
            </a:r>
          </a:p>
        </p:txBody>
      </p:sp>
      <p:sp>
        <p:nvSpPr>
          <p:cNvPr id="12292" name="Slide Number Placeholder 3">
            <a:extLst>
              <a:ext uri="{FF2B5EF4-FFF2-40B4-BE49-F238E27FC236}">
                <a16:creationId xmlns:a16="http://schemas.microsoft.com/office/drawing/2014/main" id="{8560B5FA-F288-44DE-B740-658CE316E20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1ACB5EE-86EF-45DC-8412-F85559026E07}" type="slidenum">
              <a:rPr lang="en-US" altLang="en-US" sz="1800" smtClean="0">
                <a:solidFill>
                  <a:srgbClr val="898989"/>
                </a:solidFill>
                <a:latin typeface="Arial" panose="020B0604020202020204" pitchFamily="34" charset="0"/>
              </a:rPr>
              <a:pPr algn="l" eaLnBrk="0" hangingPunct="0">
                <a:spcBef>
                  <a:spcPct val="0"/>
                </a:spcBef>
                <a:buFontTx/>
                <a:buNone/>
              </a:pPr>
              <a:t>22</a:t>
            </a:fld>
            <a:endParaRPr lang="en-US" altLang="en-US" sz="1800">
              <a:solidFill>
                <a:srgbClr val="898989"/>
              </a:solidFill>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E4F7A79-13A6-42CE-B7F6-79FA3E0BEEA4}"/>
              </a:ext>
            </a:extLst>
          </p:cNvPr>
          <p:cNvSpPr>
            <a:spLocks noGrp="1"/>
          </p:cNvSpPr>
          <p:nvPr>
            <p:ph type="title"/>
          </p:nvPr>
        </p:nvSpPr>
        <p:spPr>
          <a:xfrm>
            <a:off x="1588" y="76200"/>
            <a:ext cx="12039600" cy="1007594"/>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800" dirty="0"/>
              <a:t>Pipelining - Solution (slide- 2)</a:t>
            </a:r>
          </a:p>
        </p:txBody>
      </p:sp>
      <p:sp>
        <p:nvSpPr>
          <p:cNvPr id="69635" name="Content Placeholder 2">
            <a:extLst>
              <a:ext uri="{FF2B5EF4-FFF2-40B4-BE49-F238E27FC236}">
                <a16:creationId xmlns:a16="http://schemas.microsoft.com/office/drawing/2014/main" id="{4FD06301-B4FC-416A-B655-A0D6B8C2739C}"/>
              </a:ext>
            </a:extLst>
          </p:cNvPr>
          <p:cNvSpPr>
            <a:spLocks noGrp="1"/>
          </p:cNvSpPr>
          <p:nvPr>
            <p:ph idx="1"/>
          </p:nvPr>
        </p:nvSpPr>
        <p:spPr>
          <a:xfrm>
            <a:off x="173401" y="1159994"/>
            <a:ext cx="11867787" cy="5088406"/>
          </a:xfrm>
          <a:solidFill>
            <a:schemeClr val="accent5">
              <a:lumMod val="20000"/>
              <a:lumOff val="80000"/>
            </a:schemeClr>
          </a:solidFill>
        </p:spPr>
        <p:txBody>
          <a:bodyPr rtlCol="0">
            <a:noAutofit/>
          </a:bodyPr>
          <a:lstStyle/>
          <a:p>
            <a:pPr>
              <a:spcBef>
                <a:spcPts val="0"/>
              </a:spcBef>
              <a:spcAft>
                <a:spcPts val="1200"/>
              </a:spcAft>
            </a:pPr>
            <a:r>
              <a:rPr lang="en-US" sz="2600" b="1" dirty="0"/>
              <a:t>(a) Time Required for 50 Instructions Without Pipelining</a:t>
            </a:r>
          </a:p>
          <a:p>
            <a:pPr>
              <a:spcBef>
                <a:spcPts val="0"/>
              </a:spcBef>
              <a:spcAft>
                <a:spcPts val="1200"/>
              </a:spcAft>
            </a:pPr>
            <a:r>
              <a:rPr lang="en-US" sz="2600" dirty="0"/>
              <a:t>In a non-pipelined processor, each instruction must complete before the next one begins.</a:t>
            </a:r>
          </a:p>
          <a:p>
            <a:pPr>
              <a:spcBef>
                <a:spcPts val="0"/>
              </a:spcBef>
              <a:spcAft>
                <a:spcPts val="1200"/>
              </a:spcAft>
            </a:pPr>
            <a:r>
              <a:rPr lang="en-US" sz="2600" dirty="0" err="1"/>
              <a:t>T</a:t>
            </a:r>
            <a:r>
              <a:rPr lang="en-US" sz="2600" baseline="-25000" dirty="0" err="1"/>
              <a:t>non</a:t>
            </a:r>
            <a:r>
              <a:rPr lang="en-US" sz="2600" baseline="-25000" dirty="0"/>
              <a:t>−pipeline</a:t>
            </a:r>
            <a:r>
              <a:rPr lang="en-US" sz="2600" dirty="0"/>
              <a:t>=n × </a:t>
            </a:r>
            <a:r>
              <a:rPr lang="en-US" sz="2600" dirty="0" err="1"/>
              <a:t>t</a:t>
            </a:r>
            <a:r>
              <a:rPr lang="en-US" sz="2600" baseline="-25000" dirty="0" err="1"/>
              <a:t>instruction</a:t>
            </a:r>
            <a:endParaRPr lang="en-US" sz="2600" baseline="-25000" dirty="0"/>
          </a:p>
          <a:p>
            <a:pPr>
              <a:spcBef>
                <a:spcPts val="0"/>
              </a:spcBef>
              <a:spcAft>
                <a:spcPts val="1200"/>
              </a:spcAft>
            </a:pPr>
            <a:r>
              <a:rPr lang="en-US" sz="2600" dirty="0"/>
              <a:t>Where:</a:t>
            </a:r>
          </a:p>
          <a:p>
            <a:pPr>
              <a:spcBef>
                <a:spcPts val="0"/>
              </a:spcBef>
              <a:spcAft>
                <a:spcPts val="1200"/>
              </a:spcAft>
              <a:buFont typeface="Arial" panose="020B0604020202020204" pitchFamily="34" charset="0"/>
              <a:buChar char="•"/>
            </a:pPr>
            <a:r>
              <a:rPr lang="en-US" sz="2600" dirty="0"/>
              <a:t>n = 50</a:t>
            </a:r>
          </a:p>
          <a:p>
            <a:pPr>
              <a:spcBef>
                <a:spcPts val="0"/>
              </a:spcBef>
              <a:spcAft>
                <a:spcPts val="1200"/>
              </a:spcAft>
              <a:buFont typeface="Arial" panose="020B0604020202020204" pitchFamily="34" charset="0"/>
              <a:buChar char="•"/>
            </a:pPr>
            <a:r>
              <a:rPr lang="en-US" sz="2600" dirty="0" err="1"/>
              <a:t>T</a:t>
            </a:r>
            <a:r>
              <a:rPr lang="en-US" sz="2600" baseline="-25000" dirty="0" err="1"/>
              <a:t>instruction</a:t>
            </a:r>
            <a:r>
              <a:rPr lang="en-US" sz="2600" baseline="-25000" dirty="0"/>
              <a:t>     </a:t>
            </a:r>
            <a:r>
              <a:rPr lang="en-US" sz="2600" dirty="0"/>
              <a:t>= 60  ns  </a:t>
            </a:r>
          </a:p>
          <a:p>
            <a:pPr>
              <a:spcBef>
                <a:spcPts val="0"/>
              </a:spcBef>
              <a:spcAft>
                <a:spcPts val="1200"/>
              </a:spcAft>
            </a:pPr>
            <a:r>
              <a:rPr lang="en-US" sz="2600" dirty="0" err="1"/>
              <a:t>T</a:t>
            </a:r>
            <a:r>
              <a:rPr lang="en-US" sz="2600" baseline="-25000" dirty="0" err="1"/>
              <a:t>non</a:t>
            </a:r>
            <a:r>
              <a:rPr lang="en-US" sz="2600" baseline="-25000" dirty="0"/>
              <a:t>−pipeline</a:t>
            </a:r>
            <a:r>
              <a:rPr lang="en-US" sz="2600" dirty="0"/>
              <a:t>= 50 × 60</a:t>
            </a:r>
          </a:p>
          <a:p>
            <a:pPr marL="0" indent="0">
              <a:spcBef>
                <a:spcPts val="0"/>
              </a:spcBef>
              <a:spcAft>
                <a:spcPts val="1200"/>
              </a:spcAft>
              <a:buNone/>
            </a:pPr>
            <a:r>
              <a:rPr lang="en-US" sz="2600" dirty="0"/>
              <a:t>                      = 3000  ns or  3.0</a:t>
            </a:r>
            <a:r>
              <a:rPr lang="el-GR" sz="2600" dirty="0"/>
              <a:t>μ</a:t>
            </a:r>
            <a:r>
              <a:rPr lang="en-US" sz="2600" dirty="0"/>
              <a:t>s​                 </a:t>
            </a:r>
          </a:p>
        </p:txBody>
      </p:sp>
      <p:sp>
        <p:nvSpPr>
          <p:cNvPr id="12292" name="Slide Number Placeholder 3">
            <a:extLst>
              <a:ext uri="{FF2B5EF4-FFF2-40B4-BE49-F238E27FC236}">
                <a16:creationId xmlns:a16="http://schemas.microsoft.com/office/drawing/2014/main" id="{8560B5FA-F288-44DE-B740-658CE316E20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1ACB5EE-86EF-45DC-8412-F85559026E07}" type="slidenum">
              <a:rPr lang="en-US" altLang="en-US" sz="1800" smtClean="0">
                <a:solidFill>
                  <a:srgbClr val="898989"/>
                </a:solidFill>
                <a:latin typeface="Arial" panose="020B0604020202020204" pitchFamily="34" charset="0"/>
              </a:rPr>
              <a:pPr algn="l" eaLnBrk="0" hangingPunct="0">
                <a:spcBef>
                  <a:spcPct val="0"/>
                </a:spcBef>
                <a:buFontTx/>
                <a:buNone/>
              </a:pPr>
              <a:t>23</a:t>
            </a:fld>
            <a:endParaRPr lang="en-US" altLang="en-US" sz="1800">
              <a:solidFill>
                <a:srgbClr val="898989"/>
              </a:solidFill>
              <a:latin typeface="Arial" panose="020B0604020202020204" pitchFamily="34" charset="0"/>
            </a:endParaRPr>
          </a:p>
        </p:txBody>
      </p:sp>
    </p:spTree>
    <p:extLst>
      <p:ext uri="{BB962C8B-B14F-4D97-AF65-F5344CB8AC3E}">
        <p14:creationId xmlns:p14="http://schemas.microsoft.com/office/powerpoint/2010/main" val="8396804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E4F7A79-13A6-42CE-B7F6-79FA3E0BEEA4}"/>
              </a:ext>
            </a:extLst>
          </p:cNvPr>
          <p:cNvSpPr>
            <a:spLocks noGrp="1"/>
          </p:cNvSpPr>
          <p:nvPr>
            <p:ph type="title"/>
          </p:nvPr>
        </p:nvSpPr>
        <p:spPr>
          <a:xfrm>
            <a:off x="1588" y="76200"/>
            <a:ext cx="12039600" cy="1007594"/>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800" dirty="0"/>
              <a:t>Pipelining - Solution (slide- 3)</a:t>
            </a:r>
          </a:p>
        </p:txBody>
      </p:sp>
      <p:sp>
        <p:nvSpPr>
          <p:cNvPr id="69635" name="Content Placeholder 2">
            <a:extLst>
              <a:ext uri="{FF2B5EF4-FFF2-40B4-BE49-F238E27FC236}">
                <a16:creationId xmlns:a16="http://schemas.microsoft.com/office/drawing/2014/main" id="{4FD06301-B4FC-416A-B655-A0D6B8C2739C}"/>
              </a:ext>
            </a:extLst>
          </p:cNvPr>
          <p:cNvSpPr>
            <a:spLocks noGrp="1"/>
          </p:cNvSpPr>
          <p:nvPr>
            <p:ph idx="1"/>
          </p:nvPr>
        </p:nvSpPr>
        <p:spPr>
          <a:xfrm>
            <a:off x="173401" y="1159994"/>
            <a:ext cx="11867787" cy="5088406"/>
          </a:xfrm>
          <a:solidFill>
            <a:schemeClr val="accent5">
              <a:lumMod val="20000"/>
              <a:lumOff val="80000"/>
            </a:schemeClr>
          </a:solidFill>
        </p:spPr>
        <p:txBody>
          <a:bodyPr rtlCol="0">
            <a:noAutofit/>
          </a:bodyPr>
          <a:lstStyle/>
          <a:p>
            <a:pPr>
              <a:spcAft>
                <a:spcPts val="1200"/>
              </a:spcAft>
            </a:pPr>
            <a:r>
              <a:rPr lang="en-US" sz="2600" b="1" dirty="0"/>
              <a:t>(b) Time Required for 50 Instructions With Pipelining</a:t>
            </a:r>
          </a:p>
          <a:p>
            <a:pPr>
              <a:spcAft>
                <a:spcPts val="1200"/>
              </a:spcAft>
            </a:pPr>
            <a:r>
              <a:rPr lang="en-US" sz="2600" b="1" dirty="0"/>
              <a:t>Step 1: Determine Pipeline Latency</a:t>
            </a:r>
          </a:p>
          <a:p>
            <a:pPr>
              <a:spcAft>
                <a:spcPts val="1200"/>
              </a:spcAft>
            </a:pPr>
            <a:r>
              <a:rPr lang="en-US" sz="2600" dirty="0"/>
              <a:t>A 6-stage pipeline requires 6 clock cycles for the first instruction to complete.</a:t>
            </a:r>
          </a:p>
          <a:p>
            <a:pPr>
              <a:spcAft>
                <a:spcPts val="1200"/>
              </a:spcAft>
            </a:pPr>
            <a:r>
              <a:rPr lang="en-US" sz="2600" dirty="0"/>
              <a:t>Pipeline cycle time:</a:t>
            </a:r>
          </a:p>
          <a:p>
            <a:pPr>
              <a:spcAft>
                <a:spcPts val="1200"/>
              </a:spcAft>
            </a:pPr>
            <a:r>
              <a:rPr lang="en-US" sz="2600" dirty="0" err="1"/>
              <a:t>t</a:t>
            </a:r>
            <a:r>
              <a:rPr lang="en-US" sz="2600" baseline="-25000" dirty="0" err="1"/>
              <a:t>c</a:t>
            </a:r>
            <a:r>
              <a:rPr lang="en-US" sz="2600" dirty="0"/>
              <a:t> = 12  ns</a:t>
            </a:r>
          </a:p>
          <a:p>
            <a:pPr>
              <a:spcAft>
                <a:spcPts val="1200"/>
              </a:spcAft>
            </a:pPr>
            <a:r>
              <a:rPr lang="en-US" sz="2600" dirty="0"/>
              <a:t>Time for first instruction:</a:t>
            </a:r>
          </a:p>
          <a:p>
            <a:pPr>
              <a:spcAft>
                <a:spcPts val="1200"/>
              </a:spcAft>
            </a:pPr>
            <a:r>
              <a:rPr lang="en-US" sz="2600" dirty="0"/>
              <a:t>6 × 12 =72  ns</a:t>
            </a:r>
          </a:p>
        </p:txBody>
      </p:sp>
      <p:sp>
        <p:nvSpPr>
          <p:cNvPr id="12292" name="Slide Number Placeholder 3">
            <a:extLst>
              <a:ext uri="{FF2B5EF4-FFF2-40B4-BE49-F238E27FC236}">
                <a16:creationId xmlns:a16="http://schemas.microsoft.com/office/drawing/2014/main" id="{8560B5FA-F288-44DE-B740-658CE316E20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1ACB5EE-86EF-45DC-8412-F85559026E07}" type="slidenum">
              <a:rPr lang="en-US" altLang="en-US" sz="1800" smtClean="0">
                <a:solidFill>
                  <a:srgbClr val="898989"/>
                </a:solidFill>
                <a:latin typeface="Arial" panose="020B0604020202020204" pitchFamily="34" charset="0"/>
              </a:rPr>
              <a:pPr algn="l" eaLnBrk="0" hangingPunct="0">
                <a:spcBef>
                  <a:spcPct val="0"/>
                </a:spcBef>
                <a:buFontTx/>
                <a:buNone/>
              </a:pPr>
              <a:t>24</a:t>
            </a:fld>
            <a:endParaRPr lang="en-US" altLang="en-US" sz="1800">
              <a:solidFill>
                <a:srgbClr val="898989"/>
              </a:solidFill>
              <a:latin typeface="Arial" panose="020B0604020202020204" pitchFamily="34" charset="0"/>
            </a:endParaRPr>
          </a:p>
        </p:txBody>
      </p:sp>
    </p:spTree>
    <p:extLst>
      <p:ext uri="{BB962C8B-B14F-4D97-AF65-F5344CB8AC3E}">
        <p14:creationId xmlns:p14="http://schemas.microsoft.com/office/powerpoint/2010/main" val="2366663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E4F7A79-13A6-42CE-B7F6-79FA3E0BEEA4}"/>
              </a:ext>
            </a:extLst>
          </p:cNvPr>
          <p:cNvSpPr>
            <a:spLocks noGrp="1"/>
          </p:cNvSpPr>
          <p:nvPr>
            <p:ph type="title"/>
          </p:nvPr>
        </p:nvSpPr>
        <p:spPr>
          <a:xfrm>
            <a:off x="1588" y="76200"/>
            <a:ext cx="12039600" cy="1007594"/>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800" dirty="0"/>
              <a:t>Pipelining - Solution (slide- 4)</a:t>
            </a:r>
          </a:p>
        </p:txBody>
      </p:sp>
      <p:sp>
        <p:nvSpPr>
          <p:cNvPr id="69635" name="Content Placeholder 2">
            <a:extLst>
              <a:ext uri="{FF2B5EF4-FFF2-40B4-BE49-F238E27FC236}">
                <a16:creationId xmlns:a16="http://schemas.microsoft.com/office/drawing/2014/main" id="{4FD06301-B4FC-416A-B655-A0D6B8C2739C}"/>
              </a:ext>
            </a:extLst>
          </p:cNvPr>
          <p:cNvSpPr>
            <a:spLocks noGrp="1"/>
          </p:cNvSpPr>
          <p:nvPr>
            <p:ph idx="1"/>
          </p:nvPr>
        </p:nvSpPr>
        <p:spPr>
          <a:xfrm>
            <a:off x="173401" y="1159994"/>
            <a:ext cx="11867787" cy="5088406"/>
          </a:xfrm>
          <a:solidFill>
            <a:schemeClr val="accent5">
              <a:lumMod val="20000"/>
              <a:lumOff val="80000"/>
            </a:schemeClr>
          </a:solidFill>
        </p:spPr>
        <p:txBody>
          <a:bodyPr rtlCol="0">
            <a:noAutofit/>
          </a:bodyPr>
          <a:lstStyle/>
          <a:p>
            <a:pPr>
              <a:spcBef>
                <a:spcPts val="0"/>
              </a:spcBef>
              <a:spcAft>
                <a:spcPts val="1200"/>
              </a:spcAft>
            </a:pPr>
            <a:r>
              <a:rPr lang="en-US" sz="2600" b="1" dirty="0"/>
              <a:t>Step 2: Remaining Instructions</a:t>
            </a:r>
          </a:p>
          <a:p>
            <a:pPr>
              <a:spcBef>
                <a:spcPts val="0"/>
              </a:spcBef>
              <a:spcAft>
                <a:spcPts val="1200"/>
              </a:spcAft>
            </a:pPr>
            <a:r>
              <a:rPr lang="en-US" sz="2600" dirty="0"/>
              <a:t>After the pipeline is filled, one instruction completes every cycle.</a:t>
            </a:r>
          </a:p>
          <a:p>
            <a:pPr>
              <a:spcBef>
                <a:spcPts val="0"/>
              </a:spcBef>
              <a:spcAft>
                <a:spcPts val="1200"/>
              </a:spcAft>
            </a:pPr>
            <a:r>
              <a:rPr lang="en-US" sz="2600" dirty="0"/>
              <a:t>Remaining instructions:</a:t>
            </a:r>
          </a:p>
          <a:p>
            <a:pPr>
              <a:spcBef>
                <a:spcPts val="0"/>
              </a:spcBef>
              <a:spcAft>
                <a:spcPts val="1200"/>
              </a:spcAft>
            </a:pPr>
            <a:r>
              <a:rPr lang="en-US" sz="2600" dirty="0"/>
              <a:t>50 - 1 = 49</a:t>
            </a:r>
          </a:p>
          <a:p>
            <a:pPr>
              <a:spcBef>
                <a:spcPts val="0"/>
              </a:spcBef>
              <a:spcAft>
                <a:spcPts val="1200"/>
              </a:spcAft>
            </a:pPr>
            <a:r>
              <a:rPr lang="en-US" sz="2600" dirty="0"/>
              <a:t>Additional time:</a:t>
            </a:r>
          </a:p>
          <a:p>
            <a:pPr>
              <a:spcBef>
                <a:spcPts val="0"/>
              </a:spcBef>
              <a:spcAft>
                <a:spcPts val="1200"/>
              </a:spcAft>
            </a:pPr>
            <a:r>
              <a:rPr lang="en-US" sz="2600" dirty="0"/>
              <a:t>49 × 12 = </a:t>
            </a:r>
            <a:r>
              <a:rPr lang="en-US" sz="2600" b="1" dirty="0"/>
              <a:t>588ns</a:t>
            </a:r>
            <a:r>
              <a:rPr lang="en-US" sz="2600" dirty="0"/>
              <a:t> </a:t>
            </a:r>
          </a:p>
          <a:p>
            <a:pPr>
              <a:spcBef>
                <a:spcPts val="0"/>
              </a:spcBef>
              <a:spcAft>
                <a:spcPts val="1200"/>
              </a:spcAft>
            </a:pPr>
            <a:r>
              <a:rPr lang="en-US" sz="2600" b="1" dirty="0"/>
              <a:t>Step 3:  Total Pipeline Time</a:t>
            </a:r>
          </a:p>
          <a:p>
            <a:pPr>
              <a:spcBef>
                <a:spcPts val="0"/>
              </a:spcBef>
              <a:spcAft>
                <a:spcPts val="1200"/>
              </a:spcAft>
            </a:pPr>
            <a:r>
              <a:rPr lang="en-US" sz="2600" dirty="0"/>
              <a:t>Using the general formula:</a:t>
            </a:r>
          </a:p>
          <a:p>
            <a:pPr>
              <a:spcBef>
                <a:spcPts val="0"/>
              </a:spcBef>
              <a:spcAft>
                <a:spcPts val="1200"/>
              </a:spcAft>
            </a:pPr>
            <a:r>
              <a:rPr lang="en-US" sz="2600" dirty="0" err="1"/>
              <a:t>T</a:t>
            </a:r>
            <a:r>
              <a:rPr lang="en-US" sz="2600" baseline="-25000" dirty="0" err="1"/>
              <a:t>pipeline</a:t>
            </a:r>
            <a:r>
              <a:rPr lang="en-US" sz="2600" dirty="0"/>
              <a:t>	​= (k+n−1)</a:t>
            </a:r>
            <a:r>
              <a:rPr lang="en-US" sz="2600" dirty="0" err="1"/>
              <a:t>t</a:t>
            </a:r>
            <a:r>
              <a:rPr lang="en-US" sz="2600" baseline="-25000" dirty="0" err="1"/>
              <a:t>c</a:t>
            </a:r>
            <a:r>
              <a:rPr lang="en-US" sz="2600" dirty="0"/>
              <a:t>	​</a:t>
            </a:r>
          </a:p>
        </p:txBody>
      </p:sp>
      <p:sp>
        <p:nvSpPr>
          <p:cNvPr id="12292" name="Slide Number Placeholder 3">
            <a:extLst>
              <a:ext uri="{FF2B5EF4-FFF2-40B4-BE49-F238E27FC236}">
                <a16:creationId xmlns:a16="http://schemas.microsoft.com/office/drawing/2014/main" id="{8560B5FA-F288-44DE-B740-658CE316E20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1ACB5EE-86EF-45DC-8412-F85559026E07}" type="slidenum">
              <a:rPr lang="en-US" altLang="en-US" sz="1800" smtClean="0">
                <a:solidFill>
                  <a:srgbClr val="898989"/>
                </a:solidFill>
                <a:latin typeface="Arial" panose="020B0604020202020204" pitchFamily="34" charset="0"/>
              </a:rPr>
              <a:pPr algn="l" eaLnBrk="0" hangingPunct="0">
                <a:spcBef>
                  <a:spcPct val="0"/>
                </a:spcBef>
                <a:buFontTx/>
                <a:buNone/>
              </a:pPr>
              <a:t>25</a:t>
            </a:fld>
            <a:endParaRPr lang="en-US" altLang="en-US" sz="1800">
              <a:solidFill>
                <a:srgbClr val="898989"/>
              </a:solidFill>
              <a:latin typeface="Arial" panose="020B0604020202020204" pitchFamily="34" charset="0"/>
            </a:endParaRPr>
          </a:p>
        </p:txBody>
      </p:sp>
    </p:spTree>
    <p:extLst>
      <p:ext uri="{BB962C8B-B14F-4D97-AF65-F5344CB8AC3E}">
        <p14:creationId xmlns:p14="http://schemas.microsoft.com/office/powerpoint/2010/main" val="1340821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E4F7A79-13A6-42CE-B7F6-79FA3E0BEEA4}"/>
              </a:ext>
            </a:extLst>
          </p:cNvPr>
          <p:cNvSpPr>
            <a:spLocks noGrp="1"/>
          </p:cNvSpPr>
          <p:nvPr>
            <p:ph type="title"/>
          </p:nvPr>
        </p:nvSpPr>
        <p:spPr>
          <a:xfrm>
            <a:off x="1588" y="76200"/>
            <a:ext cx="12039600" cy="1007594"/>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800" dirty="0"/>
              <a:t>Pipelining - Solution (slide- 5)</a:t>
            </a:r>
          </a:p>
        </p:txBody>
      </p:sp>
      <p:sp>
        <p:nvSpPr>
          <p:cNvPr id="69635" name="Content Placeholder 2">
            <a:extLst>
              <a:ext uri="{FF2B5EF4-FFF2-40B4-BE49-F238E27FC236}">
                <a16:creationId xmlns:a16="http://schemas.microsoft.com/office/drawing/2014/main" id="{4FD06301-B4FC-416A-B655-A0D6B8C2739C}"/>
              </a:ext>
            </a:extLst>
          </p:cNvPr>
          <p:cNvSpPr>
            <a:spLocks noGrp="1"/>
          </p:cNvSpPr>
          <p:nvPr>
            <p:ph idx="1"/>
          </p:nvPr>
        </p:nvSpPr>
        <p:spPr>
          <a:xfrm>
            <a:off x="173401" y="1159994"/>
            <a:ext cx="11867787" cy="5088406"/>
          </a:xfrm>
          <a:solidFill>
            <a:schemeClr val="accent5">
              <a:lumMod val="20000"/>
              <a:lumOff val="80000"/>
            </a:schemeClr>
          </a:solidFill>
        </p:spPr>
        <p:txBody>
          <a:bodyPr rtlCol="0">
            <a:noAutofit/>
          </a:bodyPr>
          <a:lstStyle/>
          <a:p>
            <a:r>
              <a:rPr lang="en-US" dirty="0"/>
              <a:t>where</a:t>
            </a:r>
          </a:p>
          <a:p>
            <a:pPr>
              <a:buFont typeface="Arial" panose="020B0604020202020204" pitchFamily="34" charset="0"/>
              <a:buChar char="•"/>
            </a:pPr>
            <a:r>
              <a:rPr lang="en-US" dirty="0"/>
              <a:t>K = 6 stages </a:t>
            </a:r>
          </a:p>
          <a:p>
            <a:pPr>
              <a:buFont typeface="Arial" panose="020B0604020202020204" pitchFamily="34" charset="0"/>
              <a:buChar char="•"/>
            </a:pPr>
            <a:r>
              <a:rPr lang="en-US" dirty="0"/>
              <a:t>n = 50 instructions </a:t>
            </a:r>
          </a:p>
          <a:p>
            <a:pPr>
              <a:buFont typeface="Arial" panose="020B0604020202020204" pitchFamily="34" charset="0"/>
              <a:buChar char="•"/>
            </a:pPr>
            <a:r>
              <a:rPr lang="en-US" dirty="0" err="1"/>
              <a:t>t</a:t>
            </a:r>
            <a:r>
              <a:rPr lang="en-US" baseline="-25000" dirty="0" err="1"/>
              <a:t>c</a:t>
            </a:r>
            <a:r>
              <a:rPr lang="en-US" dirty="0"/>
              <a:t> = 12 ns  </a:t>
            </a:r>
          </a:p>
          <a:p>
            <a:r>
              <a:rPr lang="en-US" dirty="0" err="1"/>
              <a:t>Tpipeline</a:t>
            </a:r>
            <a:r>
              <a:rPr lang="en-US" dirty="0"/>
              <a:t> = (6+50−1)(12)</a:t>
            </a:r>
          </a:p>
          <a:p>
            <a:r>
              <a:rPr lang="en-US" dirty="0"/>
              <a:t>                  = 55 × 12  </a:t>
            </a:r>
          </a:p>
          <a:p>
            <a:r>
              <a:rPr lang="en-US" dirty="0"/>
              <a:t>                  </a:t>
            </a:r>
            <a:r>
              <a:rPr lang="en-US" b="1" dirty="0"/>
              <a:t>= 660  ns  or 0.66 </a:t>
            </a:r>
            <a:r>
              <a:rPr lang="el-GR" b="1" dirty="0"/>
              <a:t>μ</a:t>
            </a:r>
            <a:r>
              <a:rPr lang="en-US" b="1" dirty="0"/>
              <a:t>s​ ​</a:t>
            </a:r>
          </a:p>
        </p:txBody>
      </p:sp>
      <p:sp>
        <p:nvSpPr>
          <p:cNvPr id="12292" name="Slide Number Placeholder 3">
            <a:extLst>
              <a:ext uri="{FF2B5EF4-FFF2-40B4-BE49-F238E27FC236}">
                <a16:creationId xmlns:a16="http://schemas.microsoft.com/office/drawing/2014/main" id="{8560B5FA-F288-44DE-B740-658CE316E20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1ACB5EE-86EF-45DC-8412-F85559026E07}" type="slidenum">
              <a:rPr lang="en-US" altLang="en-US" sz="1800" smtClean="0">
                <a:solidFill>
                  <a:srgbClr val="898989"/>
                </a:solidFill>
                <a:latin typeface="Arial" panose="020B0604020202020204" pitchFamily="34" charset="0"/>
              </a:rPr>
              <a:pPr algn="l" eaLnBrk="0" hangingPunct="0">
                <a:spcBef>
                  <a:spcPct val="0"/>
                </a:spcBef>
                <a:buFontTx/>
                <a:buNone/>
              </a:pPr>
              <a:t>26</a:t>
            </a:fld>
            <a:endParaRPr lang="en-US" altLang="en-US" sz="1800">
              <a:solidFill>
                <a:srgbClr val="898989"/>
              </a:solidFill>
              <a:latin typeface="Arial" panose="020B0604020202020204" pitchFamily="34" charset="0"/>
            </a:endParaRPr>
          </a:p>
        </p:txBody>
      </p:sp>
    </p:spTree>
    <p:extLst>
      <p:ext uri="{BB962C8B-B14F-4D97-AF65-F5344CB8AC3E}">
        <p14:creationId xmlns:p14="http://schemas.microsoft.com/office/powerpoint/2010/main" val="1481433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E4F7A79-13A6-42CE-B7F6-79FA3E0BEEA4}"/>
              </a:ext>
            </a:extLst>
          </p:cNvPr>
          <p:cNvSpPr>
            <a:spLocks noGrp="1"/>
          </p:cNvSpPr>
          <p:nvPr>
            <p:ph type="title"/>
          </p:nvPr>
        </p:nvSpPr>
        <p:spPr>
          <a:xfrm>
            <a:off x="1588" y="76200"/>
            <a:ext cx="12039600" cy="1007594"/>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800" dirty="0"/>
              <a:t>Pipelining - Solution (slide- 6)</a:t>
            </a:r>
          </a:p>
        </p:txBody>
      </p:sp>
      <p:sp>
        <p:nvSpPr>
          <p:cNvPr id="69635" name="Content Placeholder 2">
            <a:extLst>
              <a:ext uri="{FF2B5EF4-FFF2-40B4-BE49-F238E27FC236}">
                <a16:creationId xmlns:a16="http://schemas.microsoft.com/office/drawing/2014/main" id="{4FD06301-B4FC-416A-B655-A0D6B8C2739C}"/>
              </a:ext>
            </a:extLst>
          </p:cNvPr>
          <p:cNvSpPr>
            <a:spLocks noGrp="1"/>
          </p:cNvSpPr>
          <p:nvPr>
            <p:ph idx="1"/>
          </p:nvPr>
        </p:nvSpPr>
        <p:spPr>
          <a:xfrm>
            <a:off x="173401" y="1159994"/>
            <a:ext cx="11867787" cy="5088406"/>
          </a:xfrm>
          <a:solidFill>
            <a:schemeClr val="accent5">
              <a:lumMod val="20000"/>
              <a:lumOff val="80000"/>
            </a:schemeClr>
          </a:solidFill>
        </p:spPr>
        <p:txBody>
          <a:bodyPr rtlCol="0">
            <a:noAutofit/>
          </a:bodyPr>
          <a:lstStyle/>
          <a:p>
            <a:pPr>
              <a:spcAft>
                <a:spcPts val="1200"/>
              </a:spcAft>
            </a:pPr>
            <a:r>
              <a:rPr lang="en-US" sz="2600" b="1" dirty="0"/>
              <a:t>(c) Speedup Obtained</a:t>
            </a:r>
          </a:p>
          <a:p>
            <a:pPr>
              <a:spcAft>
                <a:spcPts val="1200"/>
              </a:spcAft>
            </a:pPr>
            <a:r>
              <a:rPr lang="en-US" sz="2600" dirty="0"/>
              <a:t>Speedup is defined as</a:t>
            </a:r>
          </a:p>
          <a:p>
            <a:pPr>
              <a:spcAft>
                <a:spcPts val="1200"/>
              </a:spcAft>
            </a:pPr>
            <a:r>
              <a:rPr lang="en-US" sz="2600" dirty="0"/>
              <a:t>Speedup = </a:t>
            </a:r>
            <a:r>
              <a:rPr lang="en-US" sz="2600" b="1" dirty="0" err="1"/>
              <a:t>T</a:t>
            </a:r>
            <a:r>
              <a:rPr lang="en-US" sz="2600" b="1" baseline="-25000" dirty="0" err="1"/>
              <a:t>non</a:t>
            </a:r>
            <a:r>
              <a:rPr lang="en-US" sz="2600" b="1" baseline="-25000" dirty="0"/>
              <a:t>−pipeline</a:t>
            </a:r>
            <a:r>
              <a:rPr lang="en-US" sz="2600" b="1" dirty="0"/>
              <a:t>/</a:t>
            </a:r>
            <a:r>
              <a:rPr lang="en-US" sz="2600" b="1" dirty="0" err="1"/>
              <a:t>T</a:t>
            </a:r>
            <a:r>
              <a:rPr lang="en-US" sz="2600" b="1" baseline="-25000" dirty="0" err="1"/>
              <a:t>pipeline</a:t>
            </a:r>
            <a:endParaRPr lang="en-US" sz="2600" b="1" baseline="-25000" dirty="0"/>
          </a:p>
          <a:p>
            <a:pPr>
              <a:spcAft>
                <a:spcPts val="1200"/>
              </a:spcAft>
            </a:pPr>
            <a:r>
              <a:rPr lang="en-US" sz="2600" dirty="0"/>
              <a:t>Substituting the values:</a:t>
            </a:r>
          </a:p>
          <a:p>
            <a:pPr>
              <a:spcAft>
                <a:spcPts val="1200"/>
              </a:spcAft>
            </a:pPr>
            <a:r>
              <a:rPr lang="en-US" sz="2600" dirty="0"/>
              <a:t>Speedup = </a:t>
            </a:r>
            <a:r>
              <a:rPr lang="en-US" sz="2600" b="1" dirty="0"/>
              <a:t>3000/660 </a:t>
            </a:r>
          </a:p>
          <a:p>
            <a:pPr>
              <a:spcAft>
                <a:spcPts val="1200"/>
              </a:spcAft>
            </a:pPr>
            <a:r>
              <a:rPr lang="en-US" sz="2600" dirty="0"/>
              <a:t>                 =4.545</a:t>
            </a:r>
          </a:p>
          <a:p>
            <a:pPr>
              <a:spcAft>
                <a:spcPts val="1200"/>
              </a:spcAft>
            </a:pPr>
            <a:r>
              <a:rPr lang="en-US" sz="2600" dirty="0"/>
              <a:t>                 ≈4.55​</a:t>
            </a:r>
            <a:endParaRPr lang="en-US" sz="2600" b="1" dirty="0"/>
          </a:p>
        </p:txBody>
      </p:sp>
      <p:sp>
        <p:nvSpPr>
          <p:cNvPr id="12292" name="Slide Number Placeholder 3">
            <a:extLst>
              <a:ext uri="{FF2B5EF4-FFF2-40B4-BE49-F238E27FC236}">
                <a16:creationId xmlns:a16="http://schemas.microsoft.com/office/drawing/2014/main" id="{8560B5FA-F288-44DE-B740-658CE316E20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1ACB5EE-86EF-45DC-8412-F85559026E07}" type="slidenum">
              <a:rPr lang="en-US" altLang="en-US" sz="1800" smtClean="0">
                <a:solidFill>
                  <a:srgbClr val="898989"/>
                </a:solidFill>
                <a:latin typeface="Arial" panose="020B0604020202020204" pitchFamily="34" charset="0"/>
              </a:rPr>
              <a:pPr algn="l" eaLnBrk="0" hangingPunct="0">
                <a:spcBef>
                  <a:spcPct val="0"/>
                </a:spcBef>
                <a:buFontTx/>
                <a:buNone/>
              </a:pPr>
              <a:t>27</a:t>
            </a:fld>
            <a:endParaRPr lang="en-US" altLang="en-US" sz="1800">
              <a:solidFill>
                <a:srgbClr val="898989"/>
              </a:solidFill>
              <a:latin typeface="Arial" panose="020B0604020202020204" pitchFamily="34" charset="0"/>
            </a:endParaRPr>
          </a:p>
        </p:txBody>
      </p:sp>
    </p:spTree>
    <p:extLst>
      <p:ext uri="{BB962C8B-B14F-4D97-AF65-F5344CB8AC3E}">
        <p14:creationId xmlns:p14="http://schemas.microsoft.com/office/powerpoint/2010/main" val="18343279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E4F7A79-13A6-42CE-B7F6-79FA3E0BEEA4}"/>
              </a:ext>
            </a:extLst>
          </p:cNvPr>
          <p:cNvSpPr>
            <a:spLocks noGrp="1"/>
          </p:cNvSpPr>
          <p:nvPr>
            <p:ph type="title"/>
          </p:nvPr>
        </p:nvSpPr>
        <p:spPr>
          <a:xfrm>
            <a:off x="1588" y="76200"/>
            <a:ext cx="12039600" cy="1007594"/>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800" dirty="0"/>
              <a:t>Example 2 - Pipelining</a:t>
            </a:r>
          </a:p>
        </p:txBody>
      </p:sp>
      <p:sp>
        <p:nvSpPr>
          <p:cNvPr id="69635" name="Content Placeholder 2">
            <a:extLst>
              <a:ext uri="{FF2B5EF4-FFF2-40B4-BE49-F238E27FC236}">
                <a16:creationId xmlns:a16="http://schemas.microsoft.com/office/drawing/2014/main" id="{4FD06301-B4FC-416A-B655-A0D6B8C2739C}"/>
              </a:ext>
            </a:extLst>
          </p:cNvPr>
          <p:cNvSpPr>
            <a:spLocks noGrp="1"/>
          </p:cNvSpPr>
          <p:nvPr>
            <p:ph idx="1"/>
          </p:nvPr>
        </p:nvSpPr>
        <p:spPr>
          <a:xfrm>
            <a:off x="173401" y="1159994"/>
            <a:ext cx="11867787" cy="5088406"/>
          </a:xfrm>
          <a:solidFill>
            <a:schemeClr val="accent5">
              <a:lumMod val="20000"/>
              <a:lumOff val="80000"/>
            </a:schemeClr>
          </a:solidFill>
        </p:spPr>
        <p:txBody>
          <a:bodyPr rtlCol="0">
            <a:noAutofit/>
          </a:bodyPr>
          <a:lstStyle/>
          <a:p>
            <a:pPr marL="0" marR="0" indent="0" fontAlgn="base">
              <a:lnSpc>
                <a:spcPct val="107000"/>
              </a:lnSpc>
              <a:spcBef>
                <a:spcPts val="0"/>
              </a:spcBef>
              <a:spcAft>
                <a:spcPts val="0"/>
              </a:spcAft>
              <a:buNone/>
            </a:pPr>
            <a:r>
              <a:rPr lang="en-GB" b="1" dirty="0">
                <a:solidFill>
                  <a:srgbClr val="000000"/>
                </a:solidFill>
                <a:effectLst/>
                <a:ea typeface="Times New Roman" panose="02020603050405020304" pitchFamily="18" charset="0"/>
                <a:cs typeface="Times New Roman" panose="02020603050405020304" pitchFamily="18" charset="0"/>
              </a:rPr>
              <a:t>Consider a pipeline having 4 phases with duration 60, 50, 90 and 80 ns. Given latch delay is 10 ns. </a:t>
            </a:r>
          </a:p>
          <a:p>
            <a:pPr marL="0" marR="0" indent="0" fontAlgn="base">
              <a:lnSpc>
                <a:spcPct val="107000"/>
              </a:lnSpc>
              <a:spcBef>
                <a:spcPts val="0"/>
              </a:spcBef>
              <a:spcAft>
                <a:spcPts val="0"/>
              </a:spcAft>
              <a:buNone/>
            </a:pPr>
            <a:endParaRPr lang="en-GB" dirty="0">
              <a:solidFill>
                <a:srgbClr val="000000"/>
              </a:solidFill>
              <a:ea typeface="Times New Roman" panose="02020603050405020304" pitchFamily="18" charset="0"/>
              <a:cs typeface="Times New Roman" panose="02020603050405020304" pitchFamily="18" charset="0"/>
            </a:endParaRPr>
          </a:p>
          <a:p>
            <a:pPr marL="0" marR="0" indent="0" fontAlgn="base">
              <a:lnSpc>
                <a:spcPct val="107000"/>
              </a:lnSpc>
              <a:spcBef>
                <a:spcPts val="0"/>
              </a:spcBef>
              <a:spcAft>
                <a:spcPts val="0"/>
              </a:spcAft>
              <a:buNone/>
            </a:pPr>
            <a:r>
              <a:rPr lang="en-GB" dirty="0">
                <a:solidFill>
                  <a:srgbClr val="000000"/>
                </a:solidFill>
                <a:effectLst/>
                <a:ea typeface="Times New Roman" panose="02020603050405020304" pitchFamily="18" charset="0"/>
                <a:cs typeface="Times New Roman" panose="02020603050405020304" pitchFamily="18" charset="0"/>
              </a:rPr>
              <a:t>Calculate-</a:t>
            </a:r>
            <a:endParaRPr lang="en-US" dirty="0">
              <a:effectLst/>
              <a:ea typeface="Calibri" panose="020F0502020204030204" pitchFamily="34" charset="0"/>
              <a:cs typeface="Times New Roman" panose="02020603050405020304" pitchFamily="18" charset="0"/>
            </a:endParaRPr>
          </a:p>
          <a:p>
            <a:pPr marL="342900" marR="0" lvl="0" indent="-342900" fontAlgn="base">
              <a:lnSpc>
                <a:spcPct val="107000"/>
              </a:lnSpc>
              <a:spcBef>
                <a:spcPts val="300"/>
              </a:spcBef>
              <a:spcAft>
                <a:spcPts val="300"/>
              </a:spcAft>
              <a:buFont typeface="+mj-lt"/>
              <a:buAutoNum type="romanLcPeriod"/>
            </a:pPr>
            <a:r>
              <a:rPr lang="en-GB" dirty="0">
                <a:solidFill>
                  <a:srgbClr val="000000"/>
                </a:solidFill>
                <a:effectLst/>
                <a:ea typeface="Times New Roman" panose="02020603050405020304" pitchFamily="18" charset="0"/>
                <a:cs typeface="Times New Roman" panose="02020603050405020304" pitchFamily="18" charset="0"/>
              </a:rPr>
              <a:t>Pipeline cycle time								</a:t>
            </a:r>
          </a:p>
          <a:p>
            <a:pPr marL="342900" marR="0" lvl="0" indent="-342900" fontAlgn="base">
              <a:lnSpc>
                <a:spcPct val="107000"/>
              </a:lnSpc>
              <a:spcBef>
                <a:spcPts val="300"/>
              </a:spcBef>
              <a:spcAft>
                <a:spcPts val="300"/>
              </a:spcAft>
              <a:buFont typeface="+mj-lt"/>
              <a:buAutoNum type="romanLcPeriod"/>
            </a:pPr>
            <a:r>
              <a:rPr lang="en-GB" dirty="0">
                <a:solidFill>
                  <a:srgbClr val="000000"/>
                </a:solidFill>
                <a:effectLst/>
                <a:ea typeface="Times New Roman" panose="02020603050405020304" pitchFamily="18" charset="0"/>
                <a:cs typeface="Times New Roman" panose="02020603050405020304" pitchFamily="18" charset="0"/>
              </a:rPr>
              <a:t>Non-pipeline execution time							</a:t>
            </a:r>
            <a:endParaRPr lang="en-US" dirty="0">
              <a:effectLst/>
              <a:ea typeface="Calibri" panose="020F0502020204030204" pitchFamily="34" charset="0"/>
              <a:cs typeface="Times New Roman" panose="02020603050405020304" pitchFamily="18" charset="0"/>
            </a:endParaRPr>
          </a:p>
          <a:p>
            <a:pPr marL="342900" marR="0" lvl="0" indent="-342900" fontAlgn="base">
              <a:lnSpc>
                <a:spcPct val="107000"/>
              </a:lnSpc>
              <a:spcBef>
                <a:spcPts val="300"/>
              </a:spcBef>
              <a:spcAft>
                <a:spcPts val="300"/>
              </a:spcAft>
              <a:buFont typeface="+mj-lt"/>
              <a:buAutoNum type="romanLcPeriod"/>
            </a:pPr>
            <a:r>
              <a:rPr lang="en-GB" dirty="0">
                <a:solidFill>
                  <a:srgbClr val="000000"/>
                </a:solidFill>
                <a:effectLst/>
                <a:ea typeface="Times New Roman" panose="02020603050405020304" pitchFamily="18" charset="0"/>
                <a:cs typeface="Times New Roman" panose="02020603050405020304" pitchFamily="18" charset="0"/>
              </a:rPr>
              <a:t>Speed up ratio									</a:t>
            </a:r>
            <a:endParaRPr lang="en-US" dirty="0">
              <a:effectLst/>
              <a:ea typeface="Calibri" panose="020F0502020204030204" pitchFamily="34" charset="0"/>
              <a:cs typeface="Times New Roman" panose="02020603050405020304" pitchFamily="18" charset="0"/>
            </a:endParaRPr>
          </a:p>
          <a:p>
            <a:pPr marL="342900" marR="0" lvl="0" indent="-342900" fontAlgn="base">
              <a:lnSpc>
                <a:spcPct val="107000"/>
              </a:lnSpc>
              <a:spcBef>
                <a:spcPts val="300"/>
              </a:spcBef>
              <a:spcAft>
                <a:spcPts val="300"/>
              </a:spcAft>
              <a:buFont typeface="+mj-lt"/>
              <a:buAutoNum type="romanLcPeriod"/>
            </a:pPr>
            <a:r>
              <a:rPr lang="en-GB" dirty="0">
                <a:solidFill>
                  <a:srgbClr val="000000"/>
                </a:solidFill>
                <a:effectLst/>
                <a:ea typeface="Times New Roman" panose="02020603050405020304" pitchFamily="18" charset="0"/>
                <a:cs typeface="Times New Roman" panose="02020603050405020304" pitchFamily="18" charset="0"/>
              </a:rPr>
              <a:t>Pipeline time for 500 tasks							</a:t>
            </a:r>
            <a:endParaRPr lang="en-US" dirty="0">
              <a:effectLst/>
              <a:ea typeface="Calibri" panose="020F0502020204030204" pitchFamily="34" charset="0"/>
              <a:cs typeface="Times New Roman" panose="02020603050405020304" pitchFamily="18" charset="0"/>
            </a:endParaRPr>
          </a:p>
          <a:p>
            <a:pPr marL="342900" marR="0" lvl="0" indent="-342900" fontAlgn="base">
              <a:lnSpc>
                <a:spcPct val="107000"/>
              </a:lnSpc>
              <a:spcBef>
                <a:spcPts val="300"/>
              </a:spcBef>
              <a:spcAft>
                <a:spcPts val="300"/>
              </a:spcAft>
              <a:buFont typeface="+mj-lt"/>
              <a:buAutoNum type="romanLcPeriod"/>
            </a:pPr>
            <a:r>
              <a:rPr lang="en-GB" dirty="0">
                <a:solidFill>
                  <a:srgbClr val="000000"/>
                </a:solidFill>
                <a:effectLst/>
                <a:ea typeface="Times New Roman" panose="02020603050405020304" pitchFamily="18" charset="0"/>
                <a:cs typeface="Times New Roman" panose="02020603050405020304" pitchFamily="18" charset="0"/>
              </a:rPr>
              <a:t>Sequential time for 500 tasks							</a:t>
            </a:r>
            <a:endParaRPr lang="en-US" sz="3600" b="1" dirty="0"/>
          </a:p>
        </p:txBody>
      </p:sp>
      <p:sp>
        <p:nvSpPr>
          <p:cNvPr id="12292" name="Slide Number Placeholder 3">
            <a:extLst>
              <a:ext uri="{FF2B5EF4-FFF2-40B4-BE49-F238E27FC236}">
                <a16:creationId xmlns:a16="http://schemas.microsoft.com/office/drawing/2014/main" id="{8560B5FA-F288-44DE-B740-658CE316E20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1ACB5EE-86EF-45DC-8412-F85559026E07}" type="slidenum">
              <a:rPr lang="en-US" altLang="en-US" sz="1800" smtClean="0">
                <a:solidFill>
                  <a:srgbClr val="898989"/>
                </a:solidFill>
                <a:latin typeface="Arial" panose="020B0604020202020204" pitchFamily="34" charset="0"/>
              </a:rPr>
              <a:pPr algn="l" eaLnBrk="0" hangingPunct="0">
                <a:spcBef>
                  <a:spcPct val="0"/>
                </a:spcBef>
                <a:buFontTx/>
                <a:buNone/>
              </a:pPr>
              <a:t>28</a:t>
            </a:fld>
            <a:endParaRPr lang="en-US" altLang="en-US" sz="1800">
              <a:solidFill>
                <a:srgbClr val="898989"/>
              </a:solidFill>
              <a:latin typeface="Arial" panose="020B0604020202020204" pitchFamily="34" charset="0"/>
            </a:endParaRPr>
          </a:p>
        </p:txBody>
      </p:sp>
    </p:spTree>
    <p:extLst>
      <p:ext uri="{BB962C8B-B14F-4D97-AF65-F5344CB8AC3E}">
        <p14:creationId xmlns:p14="http://schemas.microsoft.com/office/powerpoint/2010/main" val="15121863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E4F7A79-13A6-42CE-B7F6-79FA3E0BEEA4}"/>
              </a:ext>
            </a:extLst>
          </p:cNvPr>
          <p:cNvSpPr>
            <a:spLocks noGrp="1"/>
          </p:cNvSpPr>
          <p:nvPr>
            <p:ph type="title"/>
          </p:nvPr>
        </p:nvSpPr>
        <p:spPr>
          <a:xfrm>
            <a:off x="1588" y="76200"/>
            <a:ext cx="12039600" cy="1007594"/>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800" dirty="0"/>
              <a:t>Pipelining – Solution (slide 1)</a:t>
            </a:r>
          </a:p>
        </p:txBody>
      </p:sp>
      <p:sp>
        <p:nvSpPr>
          <p:cNvPr id="69635" name="Content Placeholder 2">
            <a:extLst>
              <a:ext uri="{FF2B5EF4-FFF2-40B4-BE49-F238E27FC236}">
                <a16:creationId xmlns:a16="http://schemas.microsoft.com/office/drawing/2014/main" id="{4FD06301-B4FC-416A-B655-A0D6B8C2739C}"/>
              </a:ext>
            </a:extLst>
          </p:cNvPr>
          <p:cNvSpPr>
            <a:spLocks noGrp="1"/>
          </p:cNvSpPr>
          <p:nvPr>
            <p:ph idx="1"/>
          </p:nvPr>
        </p:nvSpPr>
        <p:spPr>
          <a:xfrm>
            <a:off x="173401" y="1159994"/>
            <a:ext cx="11867787" cy="5088406"/>
          </a:xfrm>
          <a:solidFill>
            <a:schemeClr val="accent5">
              <a:lumMod val="20000"/>
              <a:lumOff val="80000"/>
            </a:schemeClr>
          </a:solidFill>
        </p:spPr>
        <p:txBody>
          <a:bodyPr rtlCol="0">
            <a:noAutofit/>
          </a:bodyPr>
          <a:lstStyle/>
          <a:p>
            <a:pPr marL="0" marR="0" indent="403225" fontAlgn="base">
              <a:spcBef>
                <a:spcPts val="0"/>
              </a:spcBef>
              <a:spcAft>
                <a:spcPts val="0"/>
              </a:spcAft>
            </a:pPr>
            <a:r>
              <a:rPr lang="en-GB" sz="2400" dirty="0">
                <a:solidFill>
                  <a:srgbClr val="000000"/>
                </a:solidFill>
                <a:effectLst/>
                <a:ea typeface="Times New Roman" panose="02020603050405020304" pitchFamily="18" charset="0"/>
                <a:cs typeface="Times New Roman" panose="02020603050405020304" pitchFamily="18" charset="0"/>
              </a:rPr>
              <a:t>Given-</a:t>
            </a:r>
            <a:endParaRPr lang="en-US" sz="2400" dirty="0">
              <a:effectLst/>
              <a:ea typeface="Calibri" panose="020F0502020204030204" pitchFamily="34" charset="0"/>
              <a:cs typeface="Times New Roman" panose="02020603050405020304" pitchFamily="18" charset="0"/>
            </a:endParaRPr>
          </a:p>
          <a:p>
            <a:pPr marL="342900" marR="0" lvl="0" indent="-342900" fontAlgn="base">
              <a:spcBef>
                <a:spcPts val="0"/>
              </a:spcBef>
              <a:spcAft>
                <a:spcPts val="0"/>
              </a:spcAft>
              <a:buSzPts val="1000"/>
              <a:buFont typeface="Symbol" panose="05050102010706020507" pitchFamily="18" charset="2"/>
              <a:buChar char=""/>
              <a:tabLst>
                <a:tab pos="859155" algn="l"/>
              </a:tabLst>
            </a:pPr>
            <a:r>
              <a:rPr lang="en-GB" sz="2400" dirty="0">
                <a:solidFill>
                  <a:srgbClr val="000000"/>
                </a:solidFill>
                <a:effectLst/>
                <a:ea typeface="Times New Roman" panose="02020603050405020304" pitchFamily="18" charset="0"/>
                <a:cs typeface="Times New Roman" panose="02020603050405020304" pitchFamily="18" charset="0"/>
              </a:rPr>
              <a:t>Four stage pipeline is used</a:t>
            </a:r>
            <a:endParaRPr lang="en-US" sz="2400" dirty="0">
              <a:effectLst/>
              <a:ea typeface="Calibri" panose="020F0502020204030204" pitchFamily="34" charset="0"/>
              <a:cs typeface="Times New Roman" panose="02020603050405020304" pitchFamily="18" charset="0"/>
            </a:endParaRPr>
          </a:p>
          <a:p>
            <a:pPr marL="342900" marR="0" lvl="0" indent="-342900" fontAlgn="base">
              <a:spcBef>
                <a:spcPts val="0"/>
              </a:spcBef>
              <a:spcAft>
                <a:spcPts val="0"/>
              </a:spcAft>
              <a:buSzPts val="1000"/>
              <a:buFont typeface="Symbol" panose="05050102010706020507" pitchFamily="18" charset="2"/>
              <a:buChar char=""/>
              <a:tabLst>
                <a:tab pos="859155" algn="l"/>
              </a:tabLst>
            </a:pPr>
            <a:r>
              <a:rPr lang="en-GB" sz="2400" dirty="0">
                <a:solidFill>
                  <a:srgbClr val="000000"/>
                </a:solidFill>
                <a:effectLst/>
                <a:ea typeface="Times New Roman" panose="02020603050405020304" pitchFamily="18" charset="0"/>
                <a:cs typeface="Times New Roman" panose="02020603050405020304" pitchFamily="18" charset="0"/>
              </a:rPr>
              <a:t>Delay of stages = 60, 50, 90 and 80 ns</a:t>
            </a:r>
            <a:endParaRPr lang="en-US" sz="2400" dirty="0">
              <a:effectLst/>
              <a:ea typeface="Calibri" panose="020F0502020204030204" pitchFamily="34" charset="0"/>
              <a:cs typeface="Times New Roman" panose="02020603050405020304" pitchFamily="18" charset="0"/>
            </a:endParaRPr>
          </a:p>
          <a:p>
            <a:pPr marL="342900" marR="0" lvl="0" indent="-342900" fontAlgn="base">
              <a:spcBef>
                <a:spcPts val="0"/>
              </a:spcBef>
              <a:spcAft>
                <a:spcPts val="0"/>
              </a:spcAft>
              <a:buSzPts val="1000"/>
              <a:buFont typeface="Symbol" panose="05050102010706020507" pitchFamily="18" charset="2"/>
              <a:buChar char=""/>
              <a:tabLst>
                <a:tab pos="859155" algn="l"/>
              </a:tabLst>
            </a:pPr>
            <a:r>
              <a:rPr lang="en-GB" sz="2400" dirty="0">
                <a:solidFill>
                  <a:srgbClr val="000000"/>
                </a:solidFill>
                <a:effectLst/>
                <a:ea typeface="Times New Roman" panose="02020603050405020304" pitchFamily="18" charset="0"/>
                <a:cs typeface="Times New Roman" panose="02020603050405020304" pitchFamily="18" charset="0"/>
              </a:rPr>
              <a:t>Latch delay or delay due to each register = 10 ns</a:t>
            </a:r>
            <a:endParaRPr lang="en-US" sz="2400" dirty="0">
              <a:effectLst/>
              <a:ea typeface="Calibri" panose="020F0502020204030204" pitchFamily="34" charset="0"/>
              <a:cs typeface="Times New Roman" panose="02020603050405020304" pitchFamily="18" charset="0"/>
            </a:endParaRPr>
          </a:p>
          <a:p>
            <a:pPr marL="360045" marR="0" fontAlgn="base">
              <a:spcBef>
                <a:spcPts val="0"/>
              </a:spcBef>
              <a:spcAft>
                <a:spcPts val="0"/>
              </a:spcAft>
            </a:pPr>
            <a:endParaRPr lang="en-GB" sz="2400" b="1" u="sng" dirty="0">
              <a:solidFill>
                <a:srgbClr val="000000"/>
              </a:solidFill>
              <a:effectLst/>
              <a:ea typeface="Times New Roman" panose="02020603050405020304" pitchFamily="18" charset="0"/>
              <a:cs typeface="Times New Roman" panose="02020603050405020304" pitchFamily="18" charset="0"/>
            </a:endParaRPr>
          </a:p>
          <a:p>
            <a:pPr marL="360045" marR="0" fontAlgn="base">
              <a:spcBef>
                <a:spcPts val="0"/>
              </a:spcBef>
              <a:spcAft>
                <a:spcPts val="0"/>
              </a:spcAft>
            </a:pPr>
            <a:r>
              <a:rPr lang="en-GB" sz="2400" b="1" u="sng" dirty="0">
                <a:solidFill>
                  <a:srgbClr val="000000"/>
                </a:solidFill>
                <a:effectLst/>
                <a:ea typeface="Times New Roman" panose="02020603050405020304" pitchFamily="18" charset="0"/>
                <a:cs typeface="Times New Roman" panose="02020603050405020304" pitchFamily="18" charset="0"/>
              </a:rPr>
              <a:t>1. Pipeline Cycle Time-</a:t>
            </a:r>
            <a:endParaRPr lang="en-US" sz="2400" dirty="0">
              <a:effectLst/>
              <a:ea typeface="Calibri" panose="020F0502020204030204" pitchFamily="34" charset="0"/>
              <a:cs typeface="Times New Roman" panose="02020603050405020304" pitchFamily="18" charset="0"/>
            </a:endParaRPr>
          </a:p>
          <a:p>
            <a:pPr marL="360045" marR="0" fontAlgn="base">
              <a:spcBef>
                <a:spcPts val="0"/>
              </a:spcBef>
              <a:spcAft>
                <a:spcPts val="0"/>
              </a:spcAft>
            </a:pPr>
            <a:r>
              <a:rPr lang="en-GB" sz="2400" dirty="0">
                <a:solidFill>
                  <a:srgbClr val="000000"/>
                </a:solidFill>
                <a:effectLst/>
                <a:ea typeface="Times New Roman" panose="02020603050405020304" pitchFamily="18" charset="0"/>
                <a:cs typeface="Times New Roman" panose="02020603050405020304" pitchFamily="18" charset="0"/>
              </a:rPr>
              <a:t> Cycle time</a:t>
            </a:r>
            <a:endParaRPr lang="en-US" sz="2400" dirty="0">
              <a:effectLst/>
              <a:ea typeface="Calibri" panose="020F0502020204030204" pitchFamily="34" charset="0"/>
              <a:cs typeface="Times New Roman" panose="02020603050405020304" pitchFamily="18" charset="0"/>
            </a:endParaRPr>
          </a:p>
          <a:p>
            <a:pPr marL="360045" marR="0" fontAlgn="base">
              <a:spcBef>
                <a:spcPts val="0"/>
              </a:spcBef>
              <a:spcAft>
                <a:spcPts val="0"/>
              </a:spcAft>
            </a:pPr>
            <a:r>
              <a:rPr lang="en-GB" sz="2400" dirty="0">
                <a:solidFill>
                  <a:srgbClr val="000000"/>
                </a:solidFill>
                <a:effectLst/>
                <a:ea typeface="Times New Roman" panose="02020603050405020304" pitchFamily="18" charset="0"/>
                <a:cs typeface="Times New Roman" panose="02020603050405020304" pitchFamily="18" charset="0"/>
              </a:rPr>
              <a:t>= Maximum delay due to any stage + Delay due to its register</a:t>
            </a:r>
            <a:endParaRPr lang="en-US" sz="2400" dirty="0">
              <a:effectLst/>
              <a:ea typeface="Calibri" panose="020F0502020204030204" pitchFamily="34" charset="0"/>
              <a:cs typeface="Times New Roman" panose="02020603050405020304" pitchFamily="18" charset="0"/>
            </a:endParaRPr>
          </a:p>
          <a:p>
            <a:pPr marL="360045" marR="0" fontAlgn="base">
              <a:spcBef>
                <a:spcPts val="0"/>
              </a:spcBef>
              <a:spcAft>
                <a:spcPts val="0"/>
              </a:spcAft>
            </a:pPr>
            <a:r>
              <a:rPr lang="en-GB" sz="2400" dirty="0">
                <a:solidFill>
                  <a:srgbClr val="000000"/>
                </a:solidFill>
                <a:effectLst/>
                <a:ea typeface="Times New Roman" panose="02020603050405020304" pitchFamily="18" charset="0"/>
                <a:cs typeface="Times New Roman" panose="02020603050405020304" pitchFamily="18" charset="0"/>
              </a:rPr>
              <a:t>= Max {60, 50, 90, 80} + 10 ns							</a:t>
            </a:r>
            <a:endParaRPr lang="en-US" sz="2400" dirty="0">
              <a:effectLst/>
              <a:ea typeface="Calibri" panose="020F0502020204030204" pitchFamily="34" charset="0"/>
              <a:cs typeface="Times New Roman" panose="02020603050405020304" pitchFamily="18" charset="0"/>
            </a:endParaRPr>
          </a:p>
          <a:p>
            <a:pPr marL="360045" marR="0" fontAlgn="base">
              <a:spcBef>
                <a:spcPts val="0"/>
              </a:spcBef>
              <a:spcAft>
                <a:spcPts val="0"/>
              </a:spcAft>
            </a:pPr>
            <a:r>
              <a:rPr lang="en-GB" sz="2400" dirty="0">
                <a:solidFill>
                  <a:srgbClr val="000000"/>
                </a:solidFill>
                <a:effectLst/>
                <a:ea typeface="Times New Roman" panose="02020603050405020304" pitchFamily="18" charset="0"/>
                <a:cs typeface="Times New Roman" panose="02020603050405020304" pitchFamily="18" charset="0"/>
              </a:rPr>
              <a:t>= 90 ns + 10 ns</a:t>
            </a:r>
            <a:endParaRPr lang="en-US" sz="2400" dirty="0">
              <a:effectLst/>
              <a:ea typeface="Calibri" panose="020F0502020204030204" pitchFamily="34" charset="0"/>
              <a:cs typeface="Times New Roman" panose="02020603050405020304" pitchFamily="18" charset="0"/>
            </a:endParaRPr>
          </a:p>
          <a:p>
            <a:pPr marL="360045" marR="0" fontAlgn="base">
              <a:spcBef>
                <a:spcPts val="0"/>
              </a:spcBef>
              <a:spcAft>
                <a:spcPts val="0"/>
              </a:spcAft>
            </a:pPr>
            <a:r>
              <a:rPr lang="en-GB" sz="2400" b="1" dirty="0">
                <a:solidFill>
                  <a:srgbClr val="000000"/>
                </a:solidFill>
                <a:effectLst/>
                <a:ea typeface="Times New Roman" panose="02020603050405020304" pitchFamily="18" charset="0"/>
                <a:cs typeface="Times New Roman" panose="02020603050405020304" pitchFamily="18" charset="0"/>
              </a:rPr>
              <a:t>= 100 ns</a:t>
            </a:r>
            <a:endParaRPr lang="en-US" sz="2400" b="1" dirty="0">
              <a:effectLst/>
              <a:ea typeface="Calibri" panose="020F0502020204030204" pitchFamily="34" charset="0"/>
              <a:cs typeface="Times New Roman" panose="02020603050405020304" pitchFamily="18" charset="0"/>
            </a:endParaRPr>
          </a:p>
          <a:p>
            <a:pPr marL="0" marR="0" lvl="0" indent="0" fontAlgn="base">
              <a:spcBef>
                <a:spcPts val="0"/>
              </a:spcBef>
              <a:spcAft>
                <a:spcPts val="0"/>
              </a:spcAft>
              <a:buNone/>
            </a:pPr>
            <a:r>
              <a:rPr lang="en-GB" sz="3600" dirty="0">
                <a:solidFill>
                  <a:srgbClr val="000000"/>
                </a:solidFill>
                <a:effectLst/>
                <a:ea typeface="Times New Roman" panose="02020603050405020304" pitchFamily="18" charset="0"/>
                <a:cs typeface="Times New Roman" panose="02020603050405020304" pitchFamily="18" charset="0"/>
              </a:rPr>
              <a:t>						</a:t>
            </a:r>
            <a:endParaRPr lang="en-US" sz="4400" b="1" dirty="0"/>
          </a:p>
        </p:txBody>
      </p:sp>
      <p:sp>
        <p:nvSpPr>
          <p:cNvPr id="12292" name="Slide Number Placeholder 3">
            <a:extLst>
              <a:ext uri="{FF2B5EF4-FFF2-40B4-BE49-F238E27FC236}">
                <a16:creationId xmlns:a16="http://schemas.microsoft.com/office/drawing/2014/main" id="{8560B5FA-F288-44DE-B740-658CE316E20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1ACB5EE-86EF-45DC-8412-F85559026E07}" type="slidenum">
              <a:rPr lang="en-US" altLang="en-US" sz="1800" smtClean="0">
                <a:solidFill>
                  <a:srgbClr val="898989"/>
                </a:solidFill>
                <a:latin typeface="Arial" panose="020B0604020202020204" pitchFamily="34" charset="0"/>
              </a:rPr>
              <a:pPr algn="l" eaLnBrk="0" hangingPunct="0">
                <a:spcBef>
                  <a:spcPct val="0"/>
                </a:spcBef>
                <a:buFontTx/>
                <a:buNone/>
              </a:pPr>
              <a:t>29</a:t>
            </a:fld>
            <a:endParaRPr lang="en-US" altLang="en-US" sz="1800">
              <a:solidFill>
                <a:srgbClr val="898989"/>
              </a:solidFill>
              <a:latin typeface="Arial" panose="020B0604020202020204" pitchFamily="34" charset="0"/>
            </a:endParaRPr>
          </a:p>
        </p:txBody>
      </p:sp>
    </p:spTree>
    <p:extLst>
      <p:ext uri="{BB962C8B-B14F-4D97-AF65-F5344CB8AC3E}">
        <p14:creationId xmlns:p14="http://schemas.microsoft.com/office/powerpoint/2010/main" val="35868655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E4F7A79-13A6-42CE-B7F6-79FA3E0BEEA4}"/>
              </a:ext>
            </a:extLst>
          </p:cNvPr>
          <p:cNvSpPr>
            <a:spLocks noGrp="1"/>
          </p:cNvSpPr>
          <p:nvPr>
            <p:ph type="title"/>
          </p:nvPr>
        </p:nvSpPr>
        <p:spPr>
          <a:xfrm>
            <a:off x="1588" y="76200"/>
            <a:ext cx="12039600" cy="1007594"/>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800" dirty="0"/>
              <a:t>Pipelining – Solution (slide 2)</a:t>
            </a:r>
          </a:p>
        </p:txBody>
      </p:sp>
      <p:sp>
        <p:nvSpPr>
          <p:cNvPr id="69635" name="Content Placeholder 2">
            <a:extLst>
              <a:ext uri="{FF2B5EF4-FFF2-40B4-BE49-F238E27FC236}">
                <a16:creationId xmlns:a16="http://schemas.microsoft.com/office/drawing/2014/main" id="{4FD06301-B4FC-416A-B655-A0D6B8C2739C}"/>
              </a:ext>
            </a:extLst>
          </p:cNvPr>
          <p:cNvSpPr>
            <a:spLocks noGrp="1"/>
          </p:cNvSpPr>
          <p:nvPr>
            <p:ph idx="1"/>
          </p:nvPr>
        </p:nvSpPr>
        <p:spPr>
          <a:xfrm>
            <a:off x="173401" y="1159994"/>
            <a:ext cx="11867787" cy="5088406"/>
          </a:xfrm>
          <a:solidFill>
            <a:schemeClr val="accent5">
              <a:lumMod val="20000"/>
              <a:lumOff val="80000"/>
            </a:schemeClr>
          </a:solidFill>
        </p:spPr>
        <p:txBody>
          <a:bodyPr rtlCol="0">
            <a:noAutofit/>
          </a:bodyPr>
          <a:lstStyle/>
          <a:p>
            <a:pPr marL="17145" marR="0" indent="0" fontAlgn="base">
              <a:lnSpc>
                <a:spcPct val="107000"/>
              </a:lnSpc>
              <a:spcBef>
                <a:spcPts val="0"/>
              </a:spcBef>
              <a:spcAft>
                <a:spcPts val="0"/>
              </a:spcAft>
              <a:buNone/>
            </a:pPr>
            <a:r>
              <a:rPr lang="en-GB" sz="2400" b="1" u="sng" dirty="0">
                <a:solidFill>
                  <a:srgbClr val="000000"/>
                </a:solidFill>
                <a:effectLst/>
                <a:ea typeface="Times New Roman" panose="02020603050405020304" pitchFamily="18" charset="0"/>
                <a:cs typeface="Times New Roman" panose="02020603050405020304" pitchFamily="18" charset="0"/>
              </a:rPr>
              <a:t>2- Non-Pipeline Execution Time-</a:t>
            </a:r>
            <a:endParaRPr lang="en-US" sz="2400" dirty="0">
              <a:effectLst/>
              <a:ea typeface="Calibri" panose="020F0502020204030204" pitchFamily="34" charset="0"/>
              <a:cs typeface="Times New Roman" panose="02020603050405020304" pitchFamily="18" charset="0"/>
            </a:endParaRPr>
          </a:p>
          <a:p>
            <a:pPr marL="360045" marR="0" fontAlgn="base">
              <a:lnSpc>
                <a:spcPct val="107000"/>
              </a:lnSpc>
              <a:spcBef>
                <a:spcPts val="0"/>
              </a:spcBef>
              <a:spcAft>
                <a:spcPts val="0"/>
              </a:spcAft>
            </a:pPr>
            <a:r>
              <a:rPr lang="en-GB" sz="2400" dirty="0">
                <a:solidFill>
                  <a:srgbClr val="000000"/>
                </a:solidFill>
                <a:effectLst/>
                <a:ea typeface="Times New Roman" panose="02020603050405020304" pitchFamily="18" charset="0"/>
                <a:cs typeface="Times New Roman" panose="02020603050405020304" pitchFamily="18" charset="0"/>
              </a:rPr>
              <a:t> Non-pipeline execution time for one instruction</a:t>
            </a:r>
            <a:endParaRPr lang="en-US" sz="2400" dirty="0">
              <a:effectLst/>
              <a:ea typeface="Calibri" panose="020F0502020204030204" pitchFamily="34" charset="0"/>
              <a:cs typeface="Times New Roman" panose="02020603050405020304" pitchFamily="18" charset="0"/>
            </a:endParaRPr>
          </a:p>
          <a:p>
            <a:pPr marL="360045" marR="0" fontAlgn="base">
              <a:lnSpc>
                <a:spcPct val="107000"/>
              </a:lnSpc>
              <a:spcBef>
                <a:spcPts val="0"/>
              </a:spcBef>
              <a:spcAft>
                <a:spcPts val="0"/>
              </a:spcAft>
            </a:pPr>
            <a:r>
              <a:rPr lang="en-GB" sz="2400" dirty="0">
                <a:solidFill>
                  <a:srgbClr val="000000"/>
                </a:solidFill>
                <a:effectLst/>
                <a:ea typeface="Times New Roman" panose="02020603050405020304" pitchFamily="18" charset="0"/>
                <a:cs typeface="Times New Roman" panose="02020603050405020304" pitchFamily="18" charset="0"/>
              </a:rPr>
              <a:t>= 60 ns + 50 ns + 90 ns + 80 ns							</a:t>
            </a:r>
            <a:endParaRPr lang="en-US" sz="2400" dirty="0">
              <a:effectLst/>
              <a:ea typeface="Calibri" panose="020F0502020204030204" pitchFamily="34" charset="0"/>
              <a:cs typeface="Times New Roman" panose="02020603050405020304" pitchFamily="18" charset="0"/>
            </a:endParaRPr>
          </a:p>
          <a:p>
            <a:pPr marL="360045" marR="0" fontAlgn="base">
              <a:lnSpc>
                <a:spcPct val="107000"/>
              </a:lnSpc>
              <a:spcBef>
                <a:spcPts val="0"/>
              </a:spcBef>
              <a:spcAft>
                <a:spcPts val="0"/>
              </a:spcAft>
            </a:pPr>
            <a:r>
              <a:rPr lang="en-GB" sz="2400" dirty="0">
                <a:solidFill>
                  <a:srgbClr val="000000"/>
                </a:solidFill>
                <a:effectLst/>
                <a:ea typeface="Times New Roman" panose="02020603050405020304" pitchFamily="18" charset="0"/>
                <a:cs typeface="Times New Roman" panose="02020603050405020304" pitchFamily="18" charset="0"/>
              </a:rPr>
              <a:t>= </a:t>
            </a:r>
            <a:r>
              <a:rPr lang="en-GB" sz="2400" b="1" dirty="0">
                <a:solidFill>
                  <a:srgbClr val="000000"/>
                </a:solidFill>
                <a:effectLst/>
                <a:ea typeface="Times New Roman" panose="02020603050405020304" pitchFamily="18" charset="0"/>
                <a:cs typeface="Times New Roman" panose="02020603050405020304" pitchFamily="18" charset="0"/>
              </a:rPr>
              <a:t>280 ns</a:t>
            </a:r>
            <a:endParaRPr lang="en-US" sz="2400" b="1" dirty="0">
              <a:effectLst/>
              <a:ea typeface="Calibri" panose="020F0502020204030204" pitchFamily="34" charset="0"/>
              <a:cs typeface="Times New Roman" panose="02020603050405020304" pitchFamily="18" charset="0"/>
            </a:endParaRPr>
          </a:p>
          <a:p>
            <a:pPr marL="360045" marR="0" fontAlgn="base">
              <a:lnSpc>
                <a:spcPct val="107000"/>
              </a:lnSpc>
              <a:spcBef>
                <a:spcPts val="0"/>
              </a:spcBef>
              <a:spcAft>
                <a:spcPts val="0"/>
              </a:spcAft>
            </a:pPr>
            <a:r>
              <a:rPr lang="en-GB" sz="2400" dirty="0">
                <a:solidFill>
                  <a:srgbClr val="000000"/>
                </a:solidFill>
                <a:effectLst/>
                <a:ea typeface="Times New Roman" panose="02020603050405020304" pitchFamily="18" charset="0"/>
                <a:cs typeface="Times New Roman" panose="02020603050405020304" pitchFamily="18" charset="0"/>
              </a:rPr>
              <a:t> </a:t>
            </a:r>
            <a:endParaRPr lang="en-US" sz="2400" dirty="0">
              <a:effectLst/>
              <a:ea typeface="Calibri" panose="020F0502020204030204" pitchFamily="34" charset="0"/>
              <a:cs typeface="Times New Roman" panose="02020603050405020304" pitchFamily="18" charset="0"/>
            </a:endParaRPr>
          </a:p>
          <a:p>
            <a:pPr marL="17145" marR="0" indent="0" fontAlgn="base">
              <a:lnSpc>
                <a:spcPct val="107000"/>
              </a:lnSpc>
              <a:spcBef>
                <a:spcPts val="0"/>
              </a:spcBef>
              <a:spcAft>
                <a:spcPts val="0"/>
              </a:spcAft>
              <a:buNone/>
            </a:pPr>
            <a:r>
              <a:rPr lang="en-GB" sz="2400" b="1" u="sng" dirty="0">
                <a:solidFill>
                  <a:srgbClr val="000000"/>
                </a:solidFill>
                <a:effectLst/>
                <a:ea typeface="Times New Roman" panose="02020603050405020304" pitchFamily="18" charset="0"/>
                <a:cs typeface="Times New Roman" panose="02020603050405020304" pitchFamily="18" charset="0"/>
              </a:rPr>
              <a:t>3 - Speed Up Ratio-</a:t>
            </a:r>
            <a:endParaRPr lang="en-US" sz="2400" dirty="0">
              <a:effectLst/>
              <a:ea typeface="Calibri" panose="020F0502020204030204" pitchFamily="34" charset="0"/>
              <a:cs typeface="Times New Roman" panose="02020603050405020304" pitchFamily="18" charset="0"/>
            </a:endParaRPr>
          </a:p>
          <a:p>
            <a:pPr marL="360045" marR="0" fontAlgn="base">
              <a:lnSpc>
                <a:spcPct val="107000"/>
              </a:lnSpc>
              <a:spcBef>
                <a:spcPts val="0"/>
              </a:spcBef>
              <a:spcAft>
                <a:spcPts val="0"/>
              </a:spcAft>
            </a:pPr>
            <a:r>
              <a:rPr lang="en-GB" sz="2400" dirty="0">
                <a:solidFill>
                  <a:srgbClr val="000000"/>
                </a:solidFill>
                <a:effectLst/>
                <a:ea typeface="Times New Roman" panose="02020603050405020304" pitchFamily="18" charset="0"/>
                <a:cs typeface="Times New Roman" panose="02020603050405020304" pitchFamily="18" charset="0"/>
              </a:rPr>
              <a:t> Speed up</a:t>
            </a:r>
            <a:endParaRPr lang="en-US" sz="2400" dirty="0">
              <a:effectLst/>
              <a:ea typeface="Calibri" panose="020F0502020204030204" pitchFamily="34" charset="0"/>
              <a:cs typeface="Times New Roman" panose="02020603050405020304" pitchFamily="18" charset="0"/>
            </a:endParaRPr>
          </a:p>
          <a:p>
            <a:pPr marL="360045" marR="0" fontAlgn="base">
              <a:lnSpc>
                <a:spcPct val="107000"/>
              </a:lnSpc>
              <a:spcBef>
                <a:spcPts val="0"/>
              </a:spcBef>
              <a:spcAft>
                <a:spcPts val="0"/>
              </a:spcAft>
            </a:pPr>
            <a:r>
              <a:rPr lang="en-GB" sz="2400" dirty="0">
                <a:solidFill>
                  <a:srgbClr val="000000"/>
                </a:solidFill>
                <a:effectLst/>
                <a:ea typeface="Times New Roman" panose="02020603050405020304" pitchFamily="18" charset="0"/>
                <a:cs typeface="Times New Roman" panose="02020603050405020304" pitchFamily="18" charset="0"/>
              </a:rPr>
              <a:t>= Non-pipeline execution time / Pipeline execution time</a:t>
            </a:r>
            <a:endParaRPr lang="en-US" sz="2400" dirty="0">
              <a:effectLst/>
              <a:ea typeface="Calibri" panose="020F0502020204030204" pitchFamily="34" charset="0"/>
              <a:cs typeface="Times New Roman" panose="02020603050405020304" pitchFamily="18" charset="0"/>
            </a:endParaRPr>
          </a:p>
          <a:p>
            <a:pPr marL="360045" marR="0" fontAlgn="base">
              <a:lnSpc>
                <a:spcPct val="107000"/>
              </a:lnSpc>
              <a:spcBef>
                <a:spcPts val="0"/>
              </a:spcBef>
              <a:spcAft>
                <a:spcPts val="0"/>
              </a:spcAft>
            </a:pPr>
            <a:r>
              <a:rPr lang="en-GB" sz="2400" dirty="0">
                <a:solidFill>
                  <a:srgbClr val="000000"/>
                </a:solidFill>
                <a:effectLst/>
                <a:ea typeface="Times New Roman" panose="02020603050405020304" pitchFamily="18" charset="0"/>
                <a:cs typeface="Times New Roman" panose="02020603050405020304" pitchFamily="18" charset="0"/>
              </a:rPr>
              <a:t>= 280 ns / Cycle time</a:t>
            </a:r>
            <a:endParaRPr lang="en-US" sz="2400" dirty="0">
              <a:effectLst/>
              <a:ea typeface="Calibri" panose="020F0502020204030204" pitchFamily="34" charset="0"/>
              <a:cs typeface="Times New Roman" panose="02020603050405020304" pitchFamily="18" charset="0"/>
            </a:endParaRPr>
          </a:p>
          <a:p>
            <a:pPr marL="360045" marR="0" fontAlgn="base">
              <a:lnSpc>
                <a:spcPct val="107000"/>
              </a:lnSpc>
              <a:spcBef>
                <a:spcPts val="0"/>
              </a:spcBef>
              <a:spcAft>
                <a:spcPts val="0"/>
              </a:spcAft>
            </a:pPr>
            <a:r>
              <a:rPr lang="en-GB" sz="2400" dirty="0">
                <a:solidFill>
                  <a:srgbClr val="000000"/>
                </a:solidFill>
                <a:effectLst/>
                <a:ea typeface="Times New Roman" panose="02020603050405020304" pitchFamily="18" charset="0"/>
                <a:cs typeface="Times New Roman" panose="02020603050405020304" pitchFamily="18" charset="0"/>
              </a:rPr>
              <a:t>= 280 ns / 100 ns									</a:t>
            </a:r>
          </a:p>
          <a:p>
            <a:pPr marL="360045" marR="0" fontAlgn="base">
              <a:lnSpc>
                <a:spcPct val="107000"/>
              </a:lnSpc>
              <a:spcBef>
                <a:spcPts val="0"/>
              </a:spcBef>
              <a:spcAft>
                <a:spcPts val="0"/>
              </a:spcAft>
            </a:pPr>
            <a:r>
              <a:rPr lang="en-GB" sz="2400" b="1" dirty="0">
                <a:solidFill>
                  <a:srgbClr val="000000"/>
                </a:solidFill>
                <a:effectLst/>
                <a:ea typeface="Times New Roman" panose="02020603050405020304" pitchFamily="18" charset="0"/>
                <a:cs typeface="Times New Roman" panose="02020603050405020304" pitchFamily="18" charset="0"/>
              </a:rPr>
              <a:t>= 2.8</a:t>
            </a:r>
            <a:endParaRPr lang="en-US" sz="2400" b="1" dirty="0">
              <a:effectLst/>
              <a:ea typeface="Calibri" panose="020F0502020204030204" pitchFamily="34" charset="0"/>
              <a:cs typeface="Times New Roman" panose="02020603050405020304" pitchFamily="18" charset="0"/>
            </a:endParaRPr>
          </a:p>
          <a:p>
            <a:pPr marL="0" marR="0" lvl="0" indent="0" fontAlgn="base">
              <a:spcBef>
                <a:spcPts val="0"/>
              </a:spcBef>
              <a:spcAft>
                <a:spcPts val="0"/>
              </a:spcAft>
              <a:buNone/>
            </a:pPr>
            <a:r>
              <a:rPr lang="en-GB" sz="4400" dirty="0">
                <a:solidFill>
                  <a:srgbClr val="000000"/>
                </a:solidFill>
                <a:effectLst/>
                <a:ea typeface="Times New Roman" panose="02020603050405020304" pitchFamily="18" charset="0"/>
                <a:cs typeface="Times New Roman" panose="02020603050405020304" pitchFamily="18" charset="0"/>
              </a:rPr>
              <a:t>				</a:t>
            </a:r>
            <a:endParaRPr lang="en-US" sz="5400" b="1" dirty="0"/>
          </a:p>
        </p:txBody>
      </p:sp>
      <p:sp>
        <p:nvSpPr>
          <p:cNvPr id="12292" name="Slide Number Placeholder 3">
            <a:extLst>
              <a:ext uri="{FF2B5EF4-FFF2-40B4-BE49-F238E27FC236}">
                <a16:creationId xmlns:a16="http://schemas.microsoft.com/office/drawing/2014/main" id="{8560B5FA-F288-44DE-B740-658CE316E20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1ACB5EE-86EF-45DC-8412-F85559026E07}" type="slidenum">
              <a:rPr lang="en-US" altLang="en-US" sz="1800" smtClean="0">
                <a:solidFill>
                  <a:srgbClr val="898989"/>
                </a:solidFill>
                <a:latin typeface="Arial" panose="020B0604020202020204" pitchFamily="34" charset="0"/>
              </a:rPr>
              <a:pPr algn="l" eaLnBrk="0" hangingPunct="0">
                <a:spcBef>
                  <a:spcPct val="0"/>
                </a:spcBef>
                <a:buFontTx/>
                <a:buNone/>
              </a:pPr>
              <a:t>30</a:t>
            </a:fld>
            <a:endParaRPr lang="en-US" altLang="en-US" sz="1800">
              <a:solidFill>
                <a:srgbClr val="898989"/>
              </a:solidFill>
              <a:latin typeface="Arial" panose="020B0604020202020204" pitchFamily="34" charset="0"/>
            </a:endParaRPr>
          </a:p>
        </p:txBody>
      </p:sp>
    </p:spTree>
    <p:extLst>
      <p:ext uri="{BB962C8B-B14F-4D97-AF65-F5344CB8AC3E}">
        <p14:creationId xmlns:p14="http://schemas.microsoft.com/office/powerpoint/2010/main" val="13582711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E4F7A79-13A6-42CE-B7F6-79FA3E0BEEA4}"/>
              </a:ext>
            </a:extLst>
          </p:cNvPr>
          <p:cNvSpPr>
            <a:spLocks noGrp="1"/>
          </p:cNvSpPr>
          <p:nvPr>
            <p:ph type="title"/>
          </p:nvPr>
        </p:nvSpPr>
        <p:spPr>
          <a:xfrm>
            <a:off x="1588" y="76200"/>
            <a:ext cx="12039600" cy="1007594"/>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800" dirty="0"/>
              <a:t>Pipelining – Solution (slide 3)</a:t>
            </a:r>
          </a:p>
        </p:txBody>
      </p:sp>
      <p:sp>
        <p:nvSpPr>
          <p:cNvPr id="69635" name="Content Placeholder 2">
            <a:extLst>
              <a:ext uri="{FF2B5EF4-FFF2-40B4-BE49-F238E27FC236}">
                <a16:creationId xmlns:a16="http://schemas.microsoft.com/office/drawing/2014/main" id="{4FD06301-B4FC-416A-B655-A0D6B8C2739C}"/>
              </a:ext>
            </a:extLst>
          </p:cNvPr>
          <p:cNvSpPr>
            <a:spLocks noGrp="1"/>
          </p:cNvSpPr>
          <p:nvPr>
            <p:ph idx="1"/>
          </p:nvPr>
        </p:nvSpPr>
        <p:spPr>
          <a:xfrm>
            <a:off x="173401" y="1083794"/>
            <a:ext cx="11867787" cy="5164606"/>
          </a:xfrm>
          <a:solidFill>
            <a:schemeClr val="accent5">
              <a:lumMod val="20000"/>
              <a:lumOff val="80000"/>
            </a:schemeClr>
          </a:solidFill>
        </p:spPr>
        <p:txBody>
          <a:bodyPr rtlCol="0">
            <a:noAutofit/>
          </a:bodyPr>
          <a:lstStyle/>
          <a:p>
            <a:pPr marL="360045" marR="0" fontAlgn="base">
              <a:spcBef>
                <a:spcPts val="0"/>
              </a:spcBef>
              <a:spcAft>
                <a:spcPts val="600"/>
              </a:spcAft>
            </a:pPr>
            <a:r>
              <a:rPr lang="en-GB" sz="2000" b="1" u="sng" dirty="0">
                <a:solidFill>
                  <a:srgbClr val="000000"/>
                </a:solidFill>
                <a:effectLst/>
                <a:ea typeface="Times New Roman" panose="02020603050405020304" pitchFamily="18" charset="0"/>
                <a:cs typeface="Times New Roman" panose="02020603050405020304" pitchFamily="18" charset="0"/>
              </a:rPr>
              <a:t>4 - Pipeline Time For 500 Tasks-</a:t>
            </a:r>
            <a:endParaRPr lang="en-US" sz="2000" dirty="0">
              <a:effectLst/>
              <a:ea typeface="Calibri" panose="020F0502020204030204" pitchFamily="34" charset="0"/>
              <a:cs typeface="Times New Roman" panose="02020603050405020304" pitchFamily="18" charset="0"/>
            </a:endParaRPr>
          </a:p>
          <a:p>
            <a:pPr marL="360045" marR="0" fontAlgn="base">
              <a:spcBef>
                <a:spcPts val="0"/>
              </a:spcBef>
              <a:spcAft>
                <a:spcPts val="600"/>
              </a:spcAft>
            </a:pPr>
            <a:r>
              <a:rPr lang="en-GB" sz="2000" dirty="0">
                <a:solidFill>
                  <a:srgbClr val="000000"/>
                </a:solidFill>
                <a:effectLst/>
                <a:ea typeface="Times New Roman" panose="02020603050405020304" pitchFamily="18" charset="0"/>
                <a:cs typeface="Times New Roman" panose="02020603050405020304" pitchFamily="18" charset="0"/>
              </a:rPr>
              <a:t>Pipeline time for 500 tasks</a:t>
            </a:r>
            <a:endParaRPr lang="en-US" sz="2000" dirty="0">
              <a:effectLst/>
              <a:ea typeface="Calibri" panose="020F0502020204030204" pitchFamily="34" charset="0"/>
              <a:cs typeface="Times New Roman" panose="02020603050405020304" pitchFamily="18" charset="0"/>
            </a:endParaRPr>
          </a:p>
          <a:p>
            <a:pPr marL="360045" marR="0" fontAlgn="base">
              <a:spcBef>
                <a:spcPts val="0"/>
              </a:spcBef>
              <a:spcAft>
                <a:spcPts val="600"/>
              </a:spcAft>
            </a:pPr>
            <a:r>
              <a:rPr lang="en-GB" sz="2000" dirty="0">
                <a:solidFill>
                  <a:srgbClr val="000000"/>
                </a:solidFill>
                <a:effectLst/>
                <a:ea typeface="Times New Roman" panose="02020603050405020304" pitchFamily="18" charset="0"/>
                <a:cs typeface="Times New Roman" panose="02020603050405020304" pitchFamily="18" charset="0"/>
              </a:rPr>
              <a:t>= Time taken for 1st task + Time taken for remaining 499 tasks</a:t>
            </a:r>
            <a:endParaRPr lang="en-US" sz="2000" dirty="0">
              <a:effectLst/>
              <a:ea typeface="Calibri" panose="020F0502020204030204" pitchFamily="34" charset="0"/>
              <a:cs typeface="Times New Roman" panose="02020603050405020304" pitchFamily="18" charset="0"/>
            </a:endParaRPr>
          </a:p>
          <a:p>
            <a:pPr marL="360045" marR="0" fontAlgn="base">
              <a:spcBef>
                <a:spcPts val="0"/>
              </a:spcBef>
              <a:spcAft>
                <a:spcPts val="600"/>
              </a:spcAft>
            </a:pPr>
            <a:r>
              <a:rPr lang="en-GB" sz="2000" dirty="0">
                <a:solidFill>
                  <a:srgbClr val="000000"/>
                </a:solidFill>
                <a:effectLst/>
                <a:ea typeface="Times New Roman" panose="02020603050405020304" pitchFamily="18" charset="0"/>
                <a:cs typeface="Times New Roman" panose="02020603050405020304" pitchFamily="18" charset="0"/>
              </a:rPr>
              <a:t>= 1 x 4 clock cycles + 499 x 1 clock cycle</a:t>
            </a:r>
            <a:endParaRPr lang="en-US" sz="2000" dirty="0">
              <a:effectLst/>
              <a:ea typeface="Calibri" panose="020F0502020204030204" pitchFamily="34" charset="0"/>
              <a:cs typeface="Times New Roman" panose="02020603050405020304" pitchFamily="18" charset="0"/>
            </a:endParaRPr>
          </a:p>
          <a:p>
            <a:pPr marL="360045" marR="0" fontAlgn="base">
              <a:spcBef>
                <a:spcPts val="0"/>
              </a:spcBef>
              <a:spcAft>
                <a:spcPts val="600"/>
              </a:spcAft>
            </a:pPr>
            <a:r>
              <a:rPr lang="en-GB" sz="2000" dirty="0">
                <a:solidFill>
                  <a:srgbClr val="000000"/>
                </a:solidFill>
                <a:effectLst/>
                <a:ea typeface="Times New Roman" panose="02020603050405020304" pitchFamily="18" charset="0"/>
                <a:cs typeface="Times New Roman" panose="02020603050405020304" pitchFamily="18" charset="0"/>
              </a:rPr>
              <a:t>= 4 x cycle time + 499 x cycle time</a:t>
            </a:r>
            <a:endParaRPr lang="en-US" sz="2000" dirty="0">
              <a:effectLst/>
              <a:ea typeface="Calibri" panose="020F0502020204030204" pitchFamily="34" charset="0"/>
              <a:cs typeface="Times New Roman" panose="02020603050405020304" pitchFamily="18" charset="0"/>
            </a:endParaRPr>
          </a:p>
          <a:p>
            <a:pPr marL="360045" marR="0" fontAlgn="base">
              <a:spcBef>
                <a:spcPts val="0"/>
              </a:spcBef>
              <a:spcAft>
                <a:spcPts val="600"/>
              </a:spcAft>
            </a:pPr>
            <a:r>
              <a:rPr lang="en-GB" sz="2000" dirty="0">
                <a:solidFill>
                  <a:srgbClr val="000000"/>
                </a:solidFill>
                <a:effectLst/>
                <a:ea typeface="Times New Roman" panose="02020603050405020304" pitchFamily="18" charset="0"/>
                <a:cs typeface="Times New Roman" panose="02020603050405020304" pitchFamily="18" charset="0"/>
              </a:rPr>
              <a:t>= 4 x 100 ns + 499 x 100 ns</a:t>
            </a:r>
            <a:endParaRPr lang="en-US" sz="2000" dirty="0">
              <a:effectLst/>
              <a:ea typeface="Calibri" panose="020F0502020204030204" pitchFamily="34" charset="0"/>
              <a:cs typeface="Times New Roman" panose="02020603050405020304" pitchFamily="18" charset="0"/>
            </a:endParaRPr>
          </a:p>
          <a:p>
            <a:pPr marL="360045" marR="0" fontAlgn="base">
              <a:spcBef>
                <a:spcPts val="0"/>
              </a:spcBef>
              <a:spcAft>
                <a:spcPts val="600"/>
              </a:spcAft>
            </a:pPr>
            <a:r>
              <a:rPr lang="en-GB" sz="2000" dirty="0">
                <a:solidFill>
                  <a:srgbClr val="000000"/>
                </a:solidFill>
                <a:effectLst/>
                <a:ea typeface="Times New Roman" panose="02020603050405020304" pitchFamily="18" charset="0"/>
                <a:cs typeface="Times New Roman" panose="02020603050405020304" pitchFamily="18" charset="0"/>
              </a:rPr>
              <a:t>= 400 ns + 49900 ns</a:t>
            </a:r>
            <a:endParaRPr lang="en-US" sz="2000" dirty="0">
              <a:effectLst/>
              <a:ea typeface="Calibri" panose="020F0502020204030204" pitchFamily="34" charset="0"/>
              <a:cs typeface="Times New Roman" panose="02020603050405020304" pitchFamily="18" charset="0"/>
            </a:endParaRPr>
          </a:p>
          <a:p>
            <a:pPr marL="360045" marR="0" fontAlgn="base">
              <a:spcBef>
                <a:spcPts val="0"/>
              </a:spcBef>
              <a:spcAft>
                <a:spcPts val="600"/>
              </a:spcAft>
            </a:pPr>
            <a:r>
              <a:rPr lang="en-GB" sz="2000" b="1" dirty="0">
                <a:solidFill>
                  <a:srgbClr val="000000"/>
                </a:solidFill>
                <a:effectLst/>
                <a:ea typeface="Times New Roman" panose="02020603050405020304" pitchFamily="18" charset="0"/>
                <a:cs typeface="Times New Roman" panose="02020603050405020304" pitchFamily="18" charset="0"/>
              </a:rPr>
              <a:t>= 50,300 ns	</a:t>
            </a:r>
            <a:r>
              <a:rPr lang="en-GB" sz="2000" dirty="0">
                <a:solidFill>
                  <a:srgbClr val="000000"/>
                </a:solidFill>
                <a:effectLst/>
                <a:ea typeface="Times New Roman" panose="02020603050405020304" pitchFamily="18" charset="0"/>
                <a:cs typeface="Times New Roman" panose="02020603050405020304" pitchFamily="18" charset="0"/>
              </a:rPr>
              <a:t>									 </a:t>
            </a:r>
            <a:endParaRPr lang="en-US" sz="2000" dirty="0">
              <a:effectLst/>
              <a:ea typeface="Calibri" panose="020F0502020204030204" pitchFamily="34" charset="0"/>
              <a:cs typeface="Times New Roman" panose="02020603050405020304" pitchFamily="18" charset="0"/>
            </a:endParaRPr>
          </a:p>
          <a:p>
            <a:pPr marL="360045" marR="0" fontAlgn="base">
              <a:spcBef>
                <a:spcPts val="0"/>
              </a:spcBef>
              <a:spcAft>
                <a:spcPts val="600"/>
              </a:spcAft>
            </a:pPr>
            <a:r>
              <a:rPr lang="en-GB" sz="2000" b="1" u="sng" dirty="0">
                <a:solidFill>
                  <a:srgbClr val="000000"/>
                </a:solidFill>
                <a:effectLst/>
                <a:ea typeface="Times New Roman" panose="02020603050405020304" pitchFamily="18" charset="0"/>
                <a:cs typeface="Times New Roman" panose="02020603050405020304" pitchFamily="18" charset="0"/>
              </a:rPr>
              <a:t>5- Sequential Time For 500 Tasks-</a:t>
            </a:r>
            <a:endParaRPr lang="en-US" sz="2000" dirty="0">
              <a:effectLst/>
              <a:ea typeface="Calibri" panose="020F0502020204030204" pitchFamily="34" charset="0"/>
              <a:cs typeface="Times New Roman" panose="02020603050405020304" pitchFamily="18" charset="0"/>
            </a:endParaRPr>
          </a:p>
          <a:p>
            <a:pPr marL="360045" marR="0" fontAlgn="base">
              <a:spcBef>
                <a:spcPts val="0"/>
              </a:spcBef>
              <a:spcAft>
                <a:spcPts val="600"/>
              </a:spcAft>
            </a:pPr>
            <a:r>
              <a:rPr lang="en-GB" sz="2000" dirty="0">
                <a:solidFill>
                  <a:srgbClr val="000000"/>
                </a:solidFill>
                <a:effectLst/>
                <a:ea typeface="Times New Roman" panose="02020603050405020304" pitchFamily="18" charset="0"/>
                <a:cs typeface="Times New Roman" panose="02020603050405020304" pitchFamily="18" charset="0"/>
              </a:rPr>
              <a:t> Non-pipeline time for 500 tasks</a:t>
            </a:r>
            <a:endParaRPr lang="en-US" sz="2000" dirty="0">
              <a:effectLst/>
              <a:ea typeface="Calibri" panose="020F0502020204030204" pitchFamily="34" charset="0"/>
              <a:cs typeface="Times New Roman" panose="02020603050405020304" pitchFamily="18" charset="0"/>
            </a:endParaRPr>
          </a:p>
          <a:p>
            <a:pPr marL="360045">
              <a:spcBef>
                <a:spcPts val="0"/>
              </a:spcBef>
              <a:spcAft>
                <a:spcPts val="600"/>
              </a:spcAft>
            </a:pPr>
            <a:r>
              <a:rPr lang="en-GB" sz="2000" dirty="0">
                <a:solidFill>
                  <a:srgbClr val="000000"/>
                </a:solidFill>
                <a:cs typeface="Times New Roman" panose="02020603050405020304" pitchFamily="18" charset="0"/>
              </a:rPr>
              <a:t>= 500 x Time taken for one task</a:t>
            </a:r>
            <a:endParaRPr lang="en-US" sz="2000" dirty="0">
              <a:solidFill>
                <a:srgbClr val="000000"/>
              </a:solidFill>
              <a:cs typeface="Times New Roman" panose="02020603050405020304" pitchFamily="18" charset="0"/>
            </a:endParaRPr>
          </a:p>
          <a:p>
            <a:pPr marL="360045" lvl="2" indent="-342900">
              <a:spcBef>
                <a:spcPts val="0"/>
              </a:spcBef>
              <a:spcAft>
                <a:spcPts val="600"/>
              </a:spcAft>
              <a:buFont typeface="Arial" panose="020B0604020202020204" pitchFamily="34" charset="0"/>
              <a:buChar char="•"/>
            </a:pPr>
            <a:r>
              <a:rPr lang="en-GB" sz="2000" dirty="0">
                <a:solidFill>
                  <a:srgbClr val="000000"/>
                </a:solidFill>
                <a:cs typeface="Times New Roman" panose="02020603050405020304" pitchFamily="18" charset="0"/>
              </a:rPr>
              <a:t>= 500 x 280 ns</a:t>
            </a:r>
          </a:p>
          <a:p>
            <a:pPr marL="360045" lvl="2" indent="-342900">
              <a:spcBef>
                <a:spcPts val="0"/>
              </a:spcBef>
              <a:spcAft>
                <a:spcPts val="600"/>
              </a:spcAft>
              <a:buFont typeface="Arial" panose="020B0604020202020204" pitchFamily="34" charset="0"/>
              <a:buChar char="•"/>
            </a:pPr>
            <a:r>
              <a:rPr lang="en-GB" sz="2000" b="1" dirty="0">
                <a:solidFill>
                  <a:srgbClr val="000000"/>
                </a:solidFill>
                <a:cs typeface="Times New Roman" panose="02020603050405020304" pitchFamily="18" charset="0"/>
              </a:rPr>
              <a:t>= 140,000 ns</a:t>
            </a:r>
          </a:p>
        </p:txBody>
      </p:sp>
      <p:sp>
        <p:nvSpPr>
          <p:cNvPr id="12292" name="Slide Number Placeholder 3">
            <a:extLst>
              <a:ext uri="{FF2B5EF4-FFF2-40B4-BE49-F238E27FC236}">
                <a16:creationId xmlns:a16="http://schemas.microsoft.com/office/drawing/2014/main" id="{8560B5FA-F288-44DE-B740-658CE316E20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1ACB5EE-86EF-45DC-8412-F85559026E07}" type="slidenum">
              <a:rPr lang="en-US" altLang="en-US" sz="1800" smtClean="0">
                <a:solidFill>
                  <a:srgbClr val="898989"/>
                </a:solidFill>
                <a:latin typeface="Arial" panose="020B0604020202020204" pitchFamily="34" charset="0"/>
              </a:rPr>
              <a:pPr algn="l" eaLnBrk="0" hangingPunct="0">
                <a:spcBef>
                  <a:spcPct val="0"/>
                </a:spcBef>
                <a:buFontTx/>
                <a:buNone/>
              </a:pPr>
              <a:t>31</a:t>
            </a:fld>
            <a:endParaRPr lang="en-US" altLang="en-US" sz="1800">
              <a:solidFill>
                <a:srgbClr val="898989"/>
              </a:solidFill>
              <a:latin typeface="Arial" panose="020B0604020202020204" pitchFamily="34" charset="0"/>
            </a:endParaRPr>
          </a:p>
        </p:txBody>
      </p:sp>
    </p:spTree>
    <p:extLst>
      <p:ext uri="{BB962C8B-B14F-4D97-AF65-F5344CB8AC3E}">
        <p14:creationId xmlns:p14="http://schemas.microsoft.com/office/powerpoint/2010/main" val="31345413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E4F7A79-13A6-42CE-B7F6-79FA3E0BEEA4}"/>
              </a:ext>
            </a:extLst>
          </p:cNvPr>
          <p:cNvSpPr>
            <a:spLocks noGrp="1"/>
          </p:cNvSpPr>
          <p:nvPr>
            <p:ph type="title"/>
          </p:nvPr>
        </p:nvSpPr>
        <p:spPr>
          <a:xfrm>
            <a:off x="1588" y="76200"/>
            <a:ext cx="12039600" cy="1007594"/>
          </a:xfrm>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800" dirty="0"/>
              <a:t>Pipelining Hazards</a:t>
            </a:r>
          </a:p>
        </p:txBody>
      </p:sp>
      <p:sp>
        <p:nvSpPr>
          <p:cNvPr id="69635" name="Content Placeholder 2">
            <a:extLst>
              <a:ext uri="{FF2B5EF4-FFF2-40B4-BE49-F238E27FC236}">
                <a16:creationId xmlns:a16="http://schemas.microsoft.com/office/drawing/2014/main" id="{4FD06301-B4FC-416A-B655-A0D6B8C2739C}"/>
              </a:ext>
            </a:extLst>
          </p:cNvPr>
          <p:cNvSpPr>
            <a:spLocks noGrp="1"/>
          </p:cNvSpPr>
          <p:nvPr>
            <p:ph idx="1"/>
          </p:nvPr>
        </p:nvSpPr>
        <p:spPr>
          <a:xfrm>
            <a:off x="173401" y="1121894"/>
            <a:ext cx="11867787" cy="5088406"/>
          </a:xfrm>
          <a:solidFill>
            <a:schemeClr val="accent5">
              <a:lumMod val="20000"/>
              <a:lumOff val="80000"/>
            </a:schemeClr>
          </a:solidFill>
        </p:spPr>
        <p:txBody>
          <a:bodyPr rtlCol="0">
            <a:noAutofit/>
          </a:bodyPr>
          <a:lstStyle/>
          <a:p>
            <a:pPr marL="355600" marR="765175" indent="-342900">
              <a:lnSpc>
                <a:spcPct val="100000"/>
              </a:lnSpc>
              <a:spcBef>
                <a:spcPts val="105"/>
              </a:spcBef>
              <a:buFont typeface="Arial"/>
              <a:buChar char="•"/>
              <a:tabLst>
                <a:tab pos="354965" algn="l"/>
                <a:tab pos="355600" algn="l"/>
              </a:tabLst>
            </a:pPr>
            <a:r>
              <a:rPr lang="en-US" sz="2600" spc="50" dirty="0">
                <a:latin typeface="Rockwell" panose="02060603020205020403" pitchFamily="18" charset="0"/>
                <a:cs typeface="Trebuchet MS"/>
              </a:rPr>
              <a:t>Hazards</a:t>
            </a:r>
            <a:r>
              <a:rPr lang="en-US" sz="2600" spc="-155" dirty="0">
                <a:latin typeface="Rockwell" panose="02060603020205020403" pitchFamily="18" charset="0"/>
                <a:cs typeface="Trebuchet MS"/>
              </a:rPr>
              <a:t> </a:t>
            </a:r>
            <a:r>
              <a:rPr lang="en-US" sz="2600" spc="55" dirty="0">
                <a:latin typeface="Rockwell" panose="02060603020205020403" pitchFamily="18" charset="0"/>
                <a:cs typeface="Trebuchet MS"/>
              </a:rPr>
              <a:t>reduce</a:t>
            </a:r>
            <a:r>
              <a:rPr lang="en-US" sz="2600" spc="-150" dirty="0">
                <a:latin typeface="Rockwell" panose="02060603020205020403" pitchFamily="18" charset="0"/>
                <a:cs typeface="Trebuchet MS"/>
              </a:rPr>
              <a:t> </a:t>
            </a:r>
            <a:r>
              <a:rPr lang="en-US" sz="2600" spc="-40" dirty="0">
                <a:latin typeface="Rockwell" panose="02060603020205020403" pitchFamily="18" charset="0"/>
                <a:cs typeface="Trebuchet MS"/>
              </a:rPr>
              <a:t>the</a:t>
            </a:r>
            <a:r>
              <a:rPr lang="en-US" sz="2600" spc="-130" dirty="0">
                <a:latin typeface="Rockwell" panose="02060603020205020403" pitchFamily="18" charset="0"/>
                <a:cs typeface="Trebuchet MS"/>
              </a:rPr>
              <a:t> </a:t>
            </a:r>
            <a:r>
              <a:rPr lang="en-US" sz="2600" spc="55" dirty="0">
                <a:latin typeface="Rockwell" panose="02060603020205020403" pitchFamily="18" charset="0"/>
                <a:cs typeface="Trebuchet MS"/>
              </a:rPr>
              <a:t>performance</a:t>
            </a:r>
            <a:r>
              <a:rPr lang="en-US" sz="2600" spc="-140" dirty="0">
                <a:latin typeface="Rockwell" panose="02060603020205020403" pitchFamily="18" charset="0"/>
                <a:cs typeface="Trebuchet MS"/>
              </a:rPr>
              <a:t> </a:t>
            </a:r>
            <a:r>
              <a:rPr lang="en-US" sz="2600" spc="-20" dirty="0">
                <a:latin typeface="Rockwell" panose="02060603020205020403" pitchFamily="18" charset="0"/>
                <a:cs typeface="Trebuchet MS"/>
              </a:rPr>
              <a:t>from</a:t>
            </a:r>
            <a:r>
              <a:rPr lang="en-US" sz="2600" spc="-125" dirty="0">
                <a:latin typeface="Rockwell" panose="02060603020205020403" pitchFamily="18" charset="0"/>
                <a:cs typeface="Trebuchet MS"/>
              </a:rPr>
              <a:t> </a:t>
            </a:r>
            <a:r>
              <a:rPr lang="en-US" sz="2600" spc="-40" dirty="0">
                <a:latin typeface="Rockwell" panose="02060603020205020403" pitchFamily="18" charset="0"/>
                <a:cs typeface="Trebuchet MS"/>
              </a:rPr>
              <a:t>the</a:t>
            </a:r>
            <a:r>
              <a:rPr lang="en-US" sz="2600" spc="-130" dirty="0">
                <a:latin typeface="Rockwell" panose="02060603020205020403" pitchFamily="18" charset="0"/>
                <a:cs typeface="Trebuchet MS"/>
              </a:rPr>
              <a:t> </a:t>
            </a:r>
            <a:r>
              <a:rPr lang="en-US" sz="2600" spc="55" dirty="0">
                <a:latin typeface="Rockwell" panose="02060603020205020403" pitchFamily="18" charset="0"/>
                <a:cs typeface="Trebuchet MS"/>
              </a:rPr>
              <a:t>ideal</a:t>
            </a:r>
            <a:r>
              <a:rPr lang="en-US" sz="2600" spc="-140" dirty="0">
                <a:latin typeface="Rockwell" panose="02060603020205020403" pitchFamily="18" charset="0"/>
                <a:cs typeface="Trebuchet MS"/>
              </a:rPr>
              <a:t> </a:t>
            </a:r>
            <a:r>
              <a:rPr lang="en-US" sz="2600" spc="120" dirty="0">
                <a:latin typeface="Rockwell" panose="02060603020205020403" pitchFamily="18" charset="0"/>
                <a:cs typeface="Trebuchet MS"/>
              </a:rPr>
              <a:t>speedup</a:t>
            </a:r>
            <a:r>
              <a:rPr lang="en-US" sz="2600" spc="-150" dirty="0">
                <a:latin typeface="Rockwell" panose="02060603020205020403" pitchFamily="18" charset="0"/>
                <a:cs typeface="Trebuchet MS"/>
              </a:rPr>
              <a:t> </a:t>
            </a:r>
            <a:r>
              <a:rPr lang="en-US" sz="2600" spc="105" dirty="0">
                <a:latin typeface="Rockwell" panose="02060603020205020403" pitchFamily="18" charset="0"/>
                <a:cs typeface="Trebuchet MS"/>
              </a:rPr>
              <a:t>gained</a:t>
            </a:r>
            <a:r>
              <a:rPr lang="en-US" sz="2600" spc="-145" dirty="0">
                <a:latin typeface="Rockwell" panose="02060603020205020403" pitchFamily="18" charset="0"/>
                <a:cs typeface="Trebuchet MS"/>
              </a:rPr>
              <a:t> </a:t>
            </a:r>
            <a:r>
              <a:rPr lang="en-US" sz="2600" spc="150" dirty="0">
                <a:latin typeface="Rockwell" panose="02060603020205020403" pitchFamily="18" charset="0"/>
                <a:cs typeface="Trebuchet MS"/>
              </a:rPr>
              <a:t>by  </a:t>
            </a:r>
            <a:r>
              <a:rPr lang="en-US" sz="2600" spc="50" dirty="0">
                <a:latin typeface="Rockwell" panose="02060603020205020403" pitchFamily="18" charset="0"/>
                <a:cs typeface="Trebuchet MS"/>
              </a:rPr>
              <a:t>pipelines:</a:t>
            </a:r>
            <a:endParaRPr lang="en-US" sz="2600" dirty="0">
              <a:latin typeface="Rockwell" panose="02060603020205020403" pitchFamily="18" charset="0"/>
              <a:cs typeface="Trebuchet MS"/>
            </a:endParaRPr>
          </a:p>
          <a:p>
            <a:pPr marL="436245" indent="-424180">
              <a:lnSpc>
                <a:spcPct val="100000"/>
              </a:lnSpc>
              <a:spcBef>
                <a:spcPts val="1010"/>
              </a:spcBef>
              <a:buFont typeface="Arial"/>
              <a:buChar char="•"/>
              <a:tabLst>
                <a:tab pos="436245" algn="l"/>
                <a:tab pos="436880" algn="l"/>
              </a:tabLst>
            </a:pPr>
            <a:r>
              <a:rPr lang="en-US" sz="2600" b="1" spc="65" dirty="0">
                <a:solidFill>
                  <a:srgbClr val="0000FF"/>
                </a:solidFill>
                <a:latin typeface="Rockwell" panose="02060603020205020403" pitchFamily="18" charset="0"/>
                <a:cs typeface="Trebuchet MS"/>
              </a:rPr>
              <a:t>Structural</a:t>
            </a:r>
            <a:r>
              <a:rPr lang="en-US" sz="2600" b="1" spc="-175" dirty="0">
                <a:solidFill>
                  <a:srgbClr val="0000FF"/>
                </a:solidFill>
                <a:latin typeface="Rockwell" panose="02060603020205020403" pitchFamily="18" charset="0"/>
                <a:cs typeface="Trebuchet MS"/>
              </a:rPr>
              <a:t> </a:t>
            </a:r>
            <a:r>
              <a:rPr lang="en-US" sz="2600" b="1" spc="70" dirty="0">
                <a:solidFill>
                  <a:srgbClr val="0000FF"/>
                </a:solidFill>
                <a:latin typeface="Rockwell" panose="02060603020205020403" pitchFamily="18" charset="0"/>
                <a:cs typeface="Trebuchet MS"/>
              </a:rPr>
              <a:t>hazard:</a:t>
            </a:r>
            <a:r>
              <a:rPr lang="en-US" sz="2600" b="1" spc="-365" dirty="0">
                <a:solidFill>
                  <a:srgbClr val="0000FF"/>
                </a:solidFill>
                <a:latin typeface="Rockwell" panose="02060603020205020403" pitchFamily="18" charset="0"/>
                <a:cs typeface="Trebuchet MS"/>
              </a:rPr>
              <a:t> </a:t>
            </a:r>
            <a:r>
              <a:rPr lang="en-US" sz="2600" b="1" spc="100" dirty="0">
                <a:solidFill>
                  <a:srgbClr val="0000FF"/>
                </a:solidFill>
                <a:latin typeface="Rockwell" panose="02060603020205020403" pitchFamily="18" charset="0"/>
                <a:cs typeface="Trebuchet MS"/>
              </a:rPr>
              <a:t>Resource</a:t>
            </a:r>
            <a:r>
              <a:rPr lang="en-US" sz="2600" b="1" spc="-160" dirty="0">
                <a:solidFill>
                  <a:srgbClr val="0000FF"/>
                </a:solidFill>
                <a:latin typeface="Rockwell" panose="02060603020205020403" pitchFamily="18" charset="0"/>
                <a:cs typeface="Trebuchet MS"/>
              </a:rPr>
              <a:t> </a:t>
            </a:r>
            <a:r>
              <a:rPr lang="en-US" sz="2600" b="1" spc="50" dirty="0">
                <a:solidFill>
                  <a:srgbClr val="0000FF"/>
                </a:solidFill>
                <a:latin typeface="Rockwell" panose="02060603020205020403" pitchFamily="18" charset="0"/>
                <a:cs typeface="Trebuchet MS"/>
              </a:rPr>
              <a:t>conflict.</a:t>
            </a:r>
            <a:endParaRPr lang="en-US" sz="2600" dirty="0">
              <a:latin typeface="Rockwell" panose="02060603020205020403" pitchFamily="18" charset="0"/>
              <a:cs typeface="Trebuchet MS"/>
            </a:endParaRPr>
          </a:p>
          <a:p>
            <a:pPr marL="355600" marR="589915" indent="-342900">
              <a:lnSpc>
                <a:spcPct val="100000"/>
              </a:lnSpc>
              <a:spcBef>
                <a:spcPts val="994"/>
              </a:spcBef>
              <a:buFont typeface="Arial"/>
              <a:buChar char="•"/>
              <a:tabLst>
                <a:tab pos="354965" algn="l"/>
                <a:tab pos="355600" algn="l"/>
              </a:tabLst>
            </a:pPr>
            <a:r>
              <a:rPr lang="en-US" sz="2600" spc="40" dirty="0">
                <a:latin typeface="Rockwell" panose="02060603020205020403" pitchFamily="18" charset="0"/>
                <a:cs typeface="Trebuchet MS"/>
              </a:rPr>
              <a:t>Hardware</a:t>
            </a:r>
            <a:r>
              <a:rPr lang="en-US" sz="2600" spc="-165" dirty="0">
                <a:latin typeface="Rockwell" panose="02060603020205020403" pitchFamily="18" charset="0"/>
                <a:cs typeface="Trebuchet MS"/>
              </a:rPr>
              <a:t> </a:t>
            </a:r>
            <a:r>
              <a:rPr lang="en-US" sz="2600" spc="10" dirty="0">
                <a:latin typeface="Rockwell" panose="02060603020205020403" pitchFamily="18" charset="0"/>
                <a:cs typeface="Trebuchet MS"/>
              </a:rPr>
              <a:t>cannot</a:t>
            </a:r>
            <a:r>
              <a:rPr lang="en-US" sz="2600" spc="-140" dirty="0">
                <a:latin typeface="Rockwell" panose="02060603020205020403" pitchFamily="18" charset="0"/>
                <a:cs typeface="Trebuchet MS"/>
              </a:rPr>
              <a:t> </a:t>
            </a:r>
            <a:r>
              <a:rPr lang="en-US" sz="2600" spc="65" dirty="0">
                <a:latin typeface="Rockwell" panose="02060603020205020403" pitchFamily="18" charset="0"/>
                <a:cs typeface="Trebuchet MS"/>
              </a:rPr>
              <a:t>support</a:t>
            </a:r>
            <a:r>
              <a:rPr lang="en-US" sz="2600" spc="-140" dirty="0">
                <a:latin typeface="Rockwell" panose="02060603020205020403" pitchFamily="18" charset="0"/>
                <a:cs typeface="Trebuchet MS"/>
              </a:rPr>
              <a:t> </a:t>
            </a:r>
            <a:r>
              <a:rPr lang="en-US" sz="2600" dirty="0">
                <a:latin typeface="Rockwell" panose="02060603020205020403" pitchFamily="18" charset="0"/>
                <a:cs typeface="Trebuchet MS"/>
              </a:rPr>
              <a:t>all</a:t>
            </a:r>
            <a:r>
              <a:rPr lang="en-US" sz="2600" spc="-135" dirty="0">
                <a:latin typeface="Rockwell" panose="02060603020205020403" pitchFamily="18" charset="0"/>
                <a:cs typeface="Trebuchet MS"/>
              </a:rPr>
              <a:t> </a:t>
            </a:r>
            <a:r>
              <a:rPr lang="en-US" sz="2600" spc="100" dirty="0">
                <a:latin typeface="Rockwell" panose="02060603020205020403" pitchFamily="18" charset="0"/>
                <a:cs typeface="Trebuchet MS"/>
              </a:rPr>
              <a:t>possible</a:t>
            </a:r>
            <a:r>
              <a:rPr lang="en-US" sz="2600" spc="-140" dirty="0">
                <a:latin typeface="Rockwell" panose="02060603020205020403" pitchFamily="18" charset="0"/>
                <a:cs typeface="Trebuchet MS"/>
              </a:rPr>
              <a:t> </a:t>
            </a:r>
            <a:r>
              <a:rPr lang="en-US" sz="2600" spc="50" dirty="0">
                <a:latin typeface="Rockwell" panose="02060603020205020403" pitchFamily="18" charset="0"/>
                <a:cs typeface="Trebuchet MS"/>
              </a:rPr>
              <a:t>combinations</a:t>
            </a:r>
            <a:r>
              <a:rPr lang="en-US" sz="2600" spc="-155" dirty="0">
                <a:latin typeface="Rockwell" panose="02060603020205020403" pitchFamily="18" charset="0"/>
                <a:cs typeface="Trebuchet MS"/>
              </a:rPr>
              <a:t> </a:t>
            </a:r>
            <a:r>
              <a:rPr lang="en-US" sz="2600" spc="-55" dirty="0">
                <a:latin typeface="Rockwell" panose="02060603020205020403" pitchFamily="18" charset="0"/>
                <a:cs typeface="Trebuchet MS"/>
              </a:rPr>
              <a:t>of</a:t>
            </a:r>
            <a:r>
              <a:rPr lang="en-US" sz="2600" spc="-135" dirty="0">
                <a:latin typeface="Rockwell" panose="02060603020205020403" pitchFamily="18" charset="0"/>
                <a:cs typeface="Trebuchet MS"/>
              </a:rPr>
              <a:t> </a:t>
            </a:r>
            <a:r>
              <a:rPr lang="en-US" sz="2600" spc="15" dirty="0">
                <a:latin typeface="Rockwell" panose="02060603020205020403" pitchFamily="18" charset="0"/>
                <a:cs typeface="Trebuchet MS"/>
              </a:rPr>
              <a:t>instructions</a:t>
            </a:r>
            <a:r>
              <a:rPr lang="en-US" sz="2600" spc="-105" dirty="0">
                <a:latin typeface="Rockwell" panose="02060603020205020403" pitchFamily="18" charset="0"/>
                <a:cs typeface="Trebuchet MS"/>
              </a:rPr>
              <a:t> </a:t>
            </a:r>
            <a:r>
              <a:rPr lang="en-US" sz="2600" spc="45" dirty="0">
                <a:latin typeface="Rockwell" panose="02060603020205020403" pitchFamily="18" charset="0"/>
                <a:cs typeface="Trebuchet MS"/>
              </a:rPr>
              <a:t>in  </a:t>
            </a:r>
            <a:r>
              <a:rPr lang="en-US" sz="2600" spc="35" dirty="0">
                <a:latin typeface="Rockwell" panose="02060603020205020403" pitchFamily="18" charset="0"/>
                <a:cs typeface="Trebuchet MS"/>
              </a:rPr>
              <a:t>simultaneous </a:t>
            </a:r>
            <a:r>
              <a:rPr lang="en-US" sz="2600" spc="75" dirty="0">
                <a:latin typeface="Rockwell" panose="02060603020205020403" pitchFamily="18" charset="0"/>
                <a:cs typeface="Trebuchet MS"/>
              </a:rPr>
              <a:t>overlapped</a:t>
            </a:r>
            <a:r>
              <a:rPr lang="en-US" sz="2600" spc="-345" dirty="0">
                <a:latin typeface="Rockwell" panose="02060603020205020403" pitchFamily="18" charset="0"/>
                <a:cs typeface="Trebuchet MS"/>
              </a:rPr>
              <a:t> </a:t>
            </a:r>
            <a:r>
              <a:rPr lang="en-US" sz="2600" spc="-5" dirty="0">
                <a:latin typeface="Rockwell" panose="02060603020205020403" pitchFamily="18" charset="0"/>
                <a:cs typeface="Trebuchet MS"/>
              </a:rPr>
              <a:t>execution.</a:t>
            </a:r>
            <a:endParaRPr lang="en-US" sz="2600" dirty="0">
              <a:latin typeface="Rockwell" panose="02060603020205020403" pitchFamily="18" charset="0"/>
              <a:cs typeface="Trebuchet MS"/>
            </a:endParaRPr>
          </a:p>
          <a:p>
            <a:pPr marL="436245" indent="-424180">
              <a:lnSpc>
                <a:spcPct val="100000"/>
              </a:lnSpc>
              <a:spcBef>
                <a:spcPts val="994"/>
              </a:spcBef>
              <a:buClr>
                <a:srgbClr val="000000"/>
              </a:buClr>
              <a:buFont typeface="Arial"/>
              <a:buChar char="•"/>
              <a:tabLst>
                <a:tab pos="436245" algn="l"/>
                <a:tab pos="436880" algn="l"/>
              </a:tabLst>
            </a:pPr>
            <a:r>
              <a:rPr lang="en-US" sz="2600" b="1" spc="135" dirty="0">
                <a:solidFill>
                  <a:srgbClr val="0000FF"/>
                </a:solidFill>
                <a:latin typeface="Rockwell" panose="02060603020205020403" pitchFamily="18" charset="0"/>
                <a:cs typeface="Trebuchet MS"/>
              </a:rPr>
              <a:t>Data</a:t>
            </a:r>
            <a:r>
              <a:rPr lang="en-US" sz="2600" b="1" spc="-160" dirty="0">
                <a:solidFill>
                  <a:srgbClr val="0000FF"/>
                </a:solidFill>
                <a:latin typeface="Rockwell" panose="02060603020205020403" pitchFamily="18" charset="0"/>
                <a:cs typeface="Trebuchet MS"/>
              </a:rPr>
              <a:t> </a:t>
            </a:r>
            <a:r>
              <a:rPr lang="en-US" sz="2600" b="1" spc="70" dirty="0">
                <a:solidFill>
                  <a:srgbClr val="0000FF"/>
                </a:solidFill>
                <a:latin typeface="Rockwell" panose="02060603020205020403" pitchFamily="18" charset="0"/>
                <a:cs typeface="Trebuchet MS"/>
              </a:rPr>
              <a:t>hazard:</a:t>
            </a:r>
            <a:endParaRPr lang="en-US" sz="2600" dirty="0">
              <a:latin typeface="Rockwell" panose="02060603020205020403" pitchFamily="18" charset="0"/>
              <a:cs typeface="Trebuchet MS"/>
            </a:endParaRPr>
          </a:p>
          <a:p>
            <a:pPr marL="355600" indent="-342900">
              <a:lnSpc>
                <a:spcPct val="100000"/>
              </a:lnSpc>
              <a:spcBef>
                <a:spcPts val="1010"/>
              </a:spcBef>
              <a:buFont typeface="Arial"/>
              <a:buChar char="•"/>
              <a:tabLst>
                <a:tab pos="354965" algn="l"/>
                <a:tab pos="355600" algn="l"/>
              </a:tabLst>
            </a:pPr>
            <a:r>
              <a:rPr lang="en-US" sz="2600" b="1" spc="125" dirty="0">
                <a:latin typeface="Rockwell" panose="02060603020205020403" pitchFamily="18" charset="0"/>
                <a:cs typeface="Trebuchet MS"/>
              </a:rPr>
              <a:t>When</a:t>
            </a:r>
            <a:r>
              <a:rPr lang="en-US" sz="2600" b="1" spc="-155" dirty="0">
                <a:latin typeface="Rockwell" panose="02060603020205020403" pitchFamily="18" charset="0"/>
                <a:cs typeface="Trebuchet MS"/>
              </a:rPr>
              <a:t> </a:t>
            </a:r>
            <a:r>
              <a:rPr lang="en-US" sz="2600" b="1" spc="110" dirty="0">
                <a:latin typeface="Rockwell" panose="02060603020205020403" pitchFamily="18" charset="0"/>
                <a:cs typeface="Trebuchet MS"/>
              </a:rPr>
              <a:t>an</a:t>
            </a:r>
            <a:r>
              <a:rPr lang="en-US" sz="2600" b="1" spc="-145" dirty="0">
                <a:latin typeface="Rockwell" panose="02060603020205020403" pitchFamily="18" charset="0"/>
                <a:cs typeface="Trebuchet MS"/>
              </a:rPr>
              <a:t> </a:t>
            </a:r>
            <a:r>
              <a:rPr lang="en-US" sz="2600" b="1" spc="75" dirty="0">
                <a:latin typeface="Rockwell" panose="02060603020205020403" pitchFamily="18" charset="0"/>
                <a:cs typeface="Trebuchet MS"/>
              </a:rPr>
              <a:t>instruction</a:t>
            </a:r>
            <a:r>
              <a:rPr lang="en-US" sz="2600" b="1" spc="-170" dirty="0">
                <a:latin typeface="Rockwell" panose="02060603020205020403" pitchFamily="18" charset="0"/>
                <a:cs typeface="Trebuchet MS"/>
              </a:rPr>
              <a:t> </a:t>
            </a:r>
            <a:r>
              <a:rPr lang="en-US" sz="2600" b="1" spc="85" dirty="0">
                <a:latin typeface="Rockwell" panose="02060603020205020403" pitchFamily="18" charset="0"/>
                <a:cs typeface="Trebuchet MS"/>
              </a:rPr>
              <a:t>depends</a:t>
            </a:r>
            <a:r>
              <a:rPr lang="en-US" sz="2600" b="1" spc="-150" dirty="0">
                <a:latin typeface="Rockwell" panose="02060603020205020403" pitchFamily="18" charset="0"/>
                <a:cs typeface="Trebuchet MS"/>
              </a:rPr>
              <a:t> </a:t>
            </a:r>
            <a:r>
              <a:rPr lang="en-US" sz="2600" spc="80" dirty="0">
                <a:latin typeface="Rockwell" panose="02060603020205020403" pitchFamily="18" charset="0"/>
                <a:cs typeface="Trebuchet MS"/>
              </a:rPr>
              <a:t>on</a:t>
            </a:r>
            <a:r>
              <a:rPr lang="en-US" sz="2600" spc="-140" dirty="0">
                <a:latin typeface="Rockwell" panose="02060603020205020403" pitchFamily="18" charset="0"/>
                <a:cs typeface="Trebuchet MS"/>
              </a:rPr>
              <a:t> </a:t>
            </a:r>
            <a:r>
              <a:rPr lang="en-US" sz="2600" spc="-40" dirty="0">
                <a:latin typeface="Rockwell" panose="02060603020205020403" pitchFamily="18" charset="0"/>
                <a:cs typeface="Trebuchet MS"/>
              </a:rPr>
              <a:t>the</a:t>
            </a:r>
            <a:r>
              <a:rPr lang="en-US" sz="2600" spc="-140" dirty="0">
                <a:latin typeface="Rockwell" panose="02060603020205020403" pitchFamily="18" charset="0"/>
                <a:cs typeface="Trebuchet MS"/>
              </a:rPr>
              <a:t> </a:t>
            </a:r>
            <a:r>
              <a:rPr lang="en-US" sz="2600" spc="5" dirty="0">
                <a:latin typeface="Rockwell" panose="02060603020205020403" pitchFamily="18" charset="0"/>
                <a:cs typeface="Trebuchet MS"/>
              </a:rPr>
              <a:t>results</a:t>
            </a:r>
            <a:r>
              <a:rPr lang="en-US" sz="2600" spc="-114" dirty="0">
                <a:latin typeface="Rockwell" panose="02060603020205020403" pitchFamily="18" charset="0"/>
                <a:cs typeface="Trebuchet MS"/>
              </a:rPr>
              <a:t> </a:t>
            </a:r>
            <a:r>
              <a:rPr lang="en-US" sz="2600" spc="-55" dirty="0">
                <a:latin typeface="Rockwell" panose="02060603020205020403" pitchFamily="18" charset="0"/>
                <a:cs typeface="Trebuchet MS"/>
              </a:rPr>
              <a:t>of</a:t>
            </a:r>
            <a:r>
              <a:rPr lang="en-US" sz="2600" spc="-145" dirty="0">
                <a:latin typeface="Rockwell" panose="02060603020205020403" pitchFamily="18" charset="0"/>
                <a:cs typeface="Trebuchet MS"/>
              </a:rPr>
              <a:t> </a:t>
            </a:r>
            <a:r>
              <a:rPr lang="en-US" sz="2600" spc="-40" dirty="0">
                <a:latin typeface="Rockwell" panose="02060603020205020403" pitchFamily="18" charset="0"/>
                <a:cs typeface="Trebuchet MS"/>
              </a:rPr>
              <a:t>the</a:t>
            </a:r>
            <a:r>
              <a:rPr lang="en-US" sz="2600" spc="-135" dirty="0">
                <a:latin typeface="Rockwell" panose="02060603020205020403" pitchFamily="18" charset="0"/>
                <a:cs typeface="Trebuchet MS"/>
              </a:rPr>
              <a:t> </a:t>
            </a:r>
            <a:r>
              <a:rPr lang="en-US" sz="2600" spc="65" dirty="0">
                <a:latin typeface="Rockwell" panose="02060603020205020403" pitchFamily="18" charset="0"/>
                <a:cs typeface="Trebuchet MS"/>
              </a:rPr>
              <a:t>previous</a:t>
            </a:r>
            <a:r>
              <a:rPr lang="en-US" sz="2600" spc="-140" dirty="0">
                <a:latin typeface="Rockwell" panose="02060603020205020403" pitchFamily="18" charset="0"/>
                <a:cs typeface="Trebuchet MS"/>
              </a:rPr>
              <a:t> </a:t>
            </a:r>
            <a:r>
              <a:rPr lang="en-US" sz="2600" spc="-10" dirty="0">
                <a:latin typeface="Rockwell" panose="02060603020205020403" pitchFamily="18" charset="0"/>
                <a:cs typeface="Trebuchet MS"/>
              </a:rPr>
              <a:t>instruction.</a:t>
            </a:r>
            <a:endParaRPr lang="en-US" sz="2600" dirty="0">
              <a:latin typeface="Rockwell" panose="02060603020205020403" pitchFamily="18" charset="0"/>
              <a:cs typeface="Trebuchet MS"/>
            </a:endParaRPr>
          </a:p>
          <a:p>
            <a:pPr marL="436245" indent="-424180">
              <a:lnSpc>
                <a:spcPct val="100000"/>
              </a:lnSpc>
              <a:spcBef>
                <a:spcPts val="994"/>
              </a:spcBef>
              <a:buClr>
                <a:srgbClr val="000000"/>
              </a:buClr>
              <a:buFont typeface="Arial"/>
              <a:buChar char="•"/>
              <a:tabLst>
                <a:tab pos="436245" algn="l"/>
                <a:tab pos="436880" algn="l"/>
              </a:tabLst>
            </a:pPr>
            <a:r>
              <a:rPr lang="en-US" sz="2600" b="1" spc="90" dirty="0">
                <a:solidFill>
                  <a:srgbClr val="0000FF"/>
                </a:solidFill>
                <a:latin typeface="Rockwell" panose="02060603020205020403" pitchFamily="18" charset="0"/>
                <a:cs typeface="Trebuchet MS"/>
              </a:rPr>
              <a:t>Control</a:t>
            </a:r>
            <a:r>
              <a:rPr lang="en-US" sz="2600" b="1" spc="-160" dirty="0">
                <a:solidFill>
                  <a:srgbClr val="0000FF"/>
                </a:solidFill>
                <a:latin typeface="Rockwell" panose="02060603020205020403" pitchFamily="18" charset="0"/>
                <a:cs typeface="Trebuchet MS"/>
              </a:rPr>
              <a:t> </a:t>
            </a:r>
            <a:r>
              <a:rPr lang="en-US" sz="2600" b="1" spc="70" dirty="0">
                <a:solidFill>
                  <a:srgbClr val="0000FF"/>
                </a:solidFill>
                <a:latin typeface="Rockwell" panose="02060603020205020403" pitchFamily="18" charset="0"/>
                <a:cs typeface="Trebuchet MS"/>
              </a:rPr>
              <a:t>hazard:</a:t>
            </a:r>
            <a:endParaRPr lang="en-US" sz="2600" dirty="0">
              <a:latin typeface="Rockwell" panose="02060603020205020403" pitchFamily="18" charset="0"/>
              <a:cs typeface="Trebuchet MS"/>
            </a:endParaRPr>
          </a:p>
          <a:p>
            <a:pPr marL="355600" indent="-342900">
              <a:lnSpc>
                <a:spcPct val="100000"/>
              </a:lnSpc>
              <a:spcBef>
                <a:spcPts val="1000"/>
              </a:spcBef>
              <a:buFont typeface="Arial"/>
              <a:buChar char="•"/>
              <a:tabLst>
                <a:tab pos="354965" algn="l"/>
                <a:tab pos="355600" algn="l"/>
              </a:tabLst>
            </a:pPr>
            <a:r>
              <a:rPr lang="en-US" sz="2600" b="1" spc="165" dirty="0">
                <a:latin typeface="Rockwell" panose="02060603020205020403" pitchFamily="18" charset="0"/>
                <a:cs typeface="Trebuchet MS"/>
              </a:rPr>
              <a:t>Due</a:t>
            </a:r>
            <a:r>
              <a:rPr lang="en-US" sz="2600" b="1" spc="-160" dirty="0">
                <a:latin typeface="Rockwell" panose="02060603020205020403" pitchFamily="18" charset="0"/>
                <a:cs typeface="Trebuchet MS"/>
              </a:rPr>
              <a:t> </a:t>
            </a:r>
            <a:r>
              <a:rPr lang="en-US" sz="2600" b="1" spc="-60" dirty="0">
                <a:latin typeface="Rockwell" panose="02060603020205020403" pitchFamily="18" charset="0"/>
                <a:cs typeface="Trebuchet MS"/>
              </a:rPr>
              <a:t>to</a:t>
            </a:r>
            <a:r>
              <a:rPr lang="en-US" sz="2600" b="1" spc="-130" dirty="0">
                <a:latin typeface="Rockwell" panose="02060603020205020403" pitchFamily="18" charset="0"/>
                <a:cs typeface="Trebuchet MS"/>
              </a:rPr>
              <a:t> </a:t>
            </a:r>
            <a:r>
              <a:rPr lang="en-US" sz="2600" b="1" spc="100" dirty="0">
                <a:latin typeface="Rockwell" panose="02060603020205020403" pitchFamily="18" charset="0"/>
                <a:cs typeface="Trebuchet MS"/>
              </a:rPr>
              <a:t>branches</a:t>
            </a:r>
            <a:r>
              <a:rPr lang="en-US" sz="2600" b="1" spc="-185" dirty="0">
                <a:latin typeface="Rockwell" panose="02060603020205020403" pitchFamily="18" charset="0"/>
                <a:cs typeface="Trebuchet MS"/>
              </a:rPr>
              <a:t> </a:t>
            </a:r>
            <a:r>
              <a:rPr lang="en-US" sz="2600" b="1" spc="114" dirty="0">
                <a:latin typeface="Rockwell" panose="02060603020205020403" pitchFamily="18" charset="0"/>
                <a:cs typeface="Trebuchet MS"/>
              </a:rPr>
              <a:t>and</a:t>
            </a:r>
            <a:r>
              <a:rPr lang="en-US" sz="2600" b="1" spc="-155" dirty="0">
                <a:latin typeface="Rockwell" panose="02060603020205020403" pitchFamily="18" charset="0"/>
                <a:cs typeface="Trebuchet MS"/>
              </a:rPr>
              <a:t> </a:t>
            </a:r>
            <a:r>
              <a:rPr lang="en-US" sz="2600" b="1" dirty="0">
                <a:latin typeface="Rockwell" panose="02060603020205020403" pitchFamily="18" charset="0"/>
                <a:cs typeface="Trebuchet MS"/>
              </a:rPr>
              <a:t>other</a:t>
            </a:r>
            <a:r>
              <a:rPr lang="en-US" sz="2600" b="1" spc="-130" dirty="0">
                <a:latin typeface="Rockwell" panose="02060603020205020403" pitchFamily="18" charset="0"/>
                <a:cs typeface="Trebuchet MS"/>
              </a:rPr>
              <a:t> </a:t>
            </a:r>
            <a:r>
              <a:rPr lang="en-US" sz="2600" spc="15" dirty="0">
                <a:latin typeface="Rockwell" panose="02060603020205020403" pitchFamily="18" charset="0"/>
                <a:cs typeface="Trebuchet MS"/>
              </a:rPr>
              <a:t>instructions</a:t>
            </a:r>
            <a:r>
              <a:rPr lang="en-US" sz="2600" spc="-125" dirty="0">
                <a:latin typeface="Rockwell" panose="02060603020205020403" pitchFamily="18" charset="0"/>
                <a:cs typeface="Trebuchet MS"/>
              </a:rPr>
              <a:t> </a:t>
            </a:r>
            <a:r>
              <a:rPr lang="en-US" sz="2600" spc="-105" dirty="0">
                <a:latin typeface="Rockwell" panose="02060603020205020403" pitchFamily="18" charset="0"/>
                <a:cs typeface="Trebuchet MS"/>
              </a:rPr>
              <a:t>that</a:t>
            </a:r>
            <a:r>
              <a:rPr lang="en-US" sz="2600" spc="-135" dirty="0">
                <a:latin typeface="Rockwell" panose="02060603020205020403" pitchFamily="18" charset="0"/>
                <a:cs typeface="Trebuchet MS"/>
              </a:rPr>
              <a:t> </a:t>
            </a:r>
            <a:r>
              <a:rPr lang="en-US" sz="2600" spc="-75" dirty="0">
                <a:latin typeface="Rockwell" panose="02060603020205020403" pitchFamily="18" charset="0"/>
                <a:cs typeface="Trebuchet MS"/>
              </a:rPr>
              <a:t>affect</a:t>
            </a:r>
            <a:r>
              <a:rPr lang="en-US" sz="2600" spc="-130" dirty="0">
                <a:latin typeface="Rockwell" panose="02060603020205020403" pitchFamily="18" charset="0"/>
                <a:cs typeface="Trebuchet MS"/>
              </a:rPr>
              <a:t> </a:t>
            </a:r>
            <a:r>
              <a:rPr lang="en-US" sz="2600" spc="-40" dirty="0">
                <a:latin typeface="Rockwell" panose="02060603020205020403" pitchFamily="18" charset="0"/>
                <a:cs typeface="Trebuchet MS"/>
              </a:rPr>
              <a:t>the</a:t>
            </a:r>
            <a:r>
              <a:rPr lang="en-US" sz="2600" spc="-135" dirty="0">
                <a:latin typeface="Rockwell" panose="02060603020205020403" pitchFamily="18" charset="0"/>
                <a:cs typeface="Trebuchet MS"/>
              </a:rPr>
              <a:t> </a:t>
            </a:r>
            <a:r>
              <a:rPr lang="en-US" sz="2600" spc="45" dirty="0">
                <a:latin typeface="Rockwell" panose="02060603020205020403" pitchFamily="18" charset="0"/>
                <a:cs typeface="Trebuchet MS"/>
              </a:rPr>
              <a:t>PC.</a:t>
            </a:r>
            <a:endParaRPr lang="en-US" sz="2600" dirty="0">
              <a:latin typeface="Rockwell" panose="02060603020205020403" pitchFamily="18" charset="0"/>
              <a:cs typeface="Trebuchet MS"/>
            </a:endParaRPr>
          </a:p>
        </p:txBody>
      </p:sp>
      <p:sp>
        <p:nvSpPr>
          <p:cNvPr id="12292" name="Slide Number Placeholder 3">
            <a:extLst>
              <a:ext uri="{FF2B5EF4-FFF2-40B4-BE49-F238E27FC236}">
                <a16:creationId xmlns:a16="http://schemas.microsoft.com/office/drawing/2014/main" id="{8560B5FA-F288-44DE-B740-658CE316E20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1ACB5EE-86EF-45DC-8412-F85559026E07}" type="slidenum">
              <a:rPr lang="en-US" altLang="en-US" sz="1800" smtClean="0">
                <a:solidFill>
                  <a:srgbClr val="898989"/>
                </a:solidFill>
                <a:latin typeface="Arial" panose="020B0604020202020204" pitchFamily="34" charset="0"/>
              </a:rPr>
              <a:pPr algn="l" eaLnBrk="0" hangingPunct="0">
                <a:spcBef>
                  <a:spcPct val="0"/>
                </a:spcBef>
                <a:buFontTx/>
                <a:buNone/>
              </a:pPr>
              <a:t>32</a:t>
            </a:fld>
            <a:endParaRPr lang="en-US" altLang="en-US" sz="1800">
              <a:solidFill>
                <a:srgbClr val="898989"/>
              </a:solidFill>
              <a:latin typeface="Arial" panose="020B0604020202020204" pitchFamily="34" charset="0"/>
            </a:endParaRPr>
          </a:p>
        </p:txBody>
      </p:sp>
    </p:spTree>
    <p:extLst>
      <p:ext uri="{BB962C8B-B14F-4D97-AF65-F5344CB8AC3E}">
        <p14:creationId xmlns:p14="http://schemas.microsoft.com/office/powerpoint/2010/main" val="17383354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E4F7A79-13A6-42CE-B7F6-79FA3E0BEEA4}"/>
              </a:ext>
            </a:extLst>
          </p:cNvPr>
          <p:cNvSpPr>
            <a:spLocks noGrp="1"/>
          </p:cNvSpPr>
          <p:nvPr>
            <p:ph type="title"/>
          </p:nvPr>
        </p:nvSpPr>
        <p:spPr>
          <a:xfrm>
            <a:off x="1588" y="76200"/>
            <a:ext cx="12039600" cy="685800"/>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algn="ctr" eaLnBrk="1" hangingPunct="1"/>
            <a:r>
              <a:rPr lang="en-US" altLang="en-US" sz="4800" dirty="0"/>
              <a:t>Pipelining Hazards</a:t>
            </a:r>
          </a:p>
        </p:txBody>
      </p:sp>
      <p:sp>
        <p:nvSpPr>
          <p:cNvPr id="69635" name="Content Placeholder 2">
            <a:extLst>
              <a:ext uri="{FF2B5EF4-FFF2-40B4-BE49-F238E27FC236}">
                <a16:creationId xmlns:a16="http://schemas.microsoft.com/office/drawing/2014/main" id="{4FD06301-B4FC-416A-B655-A0D6B8C2739C}"/>
              </a:ext>
            </a:extLst>
          </p:cNvPr>
          <p:cNvSpPr>
            <a:spLocks noGrp="1"/>
          </p:cNvSpPr>
          <p:nvPr>
            <p:ph idx="1"/>
          </p:nvPr>
        </p:nvSpPr>
        <p:spPr>
          <a:xfrm>
            <a:off x="230187" y="838200"/>
            <a:ext cx="5695585" cy="5181600"/>
          </a:xfrm>
          <a:solidFill>
            <a:schemeClr val="accent5">
              <a:lumMod val="20000"/>
              <a:lumOff val="80000"/>
            </a:schemeClr>
          </a:solidFill>
        </p:spPr>
        <p:txBody>
          <a:bodyPr rtlCol="0">
            <a:noAutofit/>
          </a:bodyPr>
          <a:lstStyle/>
          <a:p>
            <a:pPr marL="355600" marR="5080" indent="-342900" algn="just">
              <a:lnSpc>
                <a:spcPct val="100000"/>
              </a:lnSpc>
              <a:spcBef>
                <a:spcPts val="0"/>
              </a:spcBef>
              <a:spcAft>
                <a:spcPts val="1200"/>
              </a:spcAft>
              <a:buFont typeface="Arial"/>
              <a:buChar char="•"/>
              <a:tabLst>
                <a:tab pos="354965" algn="l"/>
                <a:tab pos="355600" algn="l"/>
              </a:tabLst>
            </a:pPr>
            <a:r>
              <a:rPr lang="en-US" sz="2200" spc="155" dirty="0">
                <a:cs typeface="Trebuchet MS"/>
              </a:rPr>
              <a:t>When </a:t>
            </a:r>
            <a:r>
              <a:rPr lang="en-US" sz="2200" spc="45" dirty="0">
                <a:cs typeface="Trebuchet MS"/>
              </a:rPr>
              <a:t>more </a:t>
            </a:r>
            <a:r>
              <a:rPr lang="en-US" sz="2200" spc="-30" dirty="0">
                <a:cs typeface="Trebuchet MS"/>
              </a:rPr>
              <a:t>than </a:t>
            </a:r>
            <a:r>
              <a:rPr lang="en-US" sz="2200" spc="75" dirty="0">
                <a:cs typeface="Trebuchet MS"/>
              </a:rPr>
              <a:t>one </a:t>
            </a:r>
            <a:r>
              <a:rPr lang="en-US" sz="2200" spc="5" dirty="0">
                <a:cs typeface="Trebuchet MS"/>
              </a:rPr>
              <a:t>instruction </a:t>
            </a:r>
            <a:r>
              <a:rPr lang="en-US" sz="2200" spc="40" dirty="0">
                <a:cs typeface="Trebuchet MS"/>
              </a:rPr>
              <a:t>in </a:t>
            </a:r>
            <a:r>
              <a:rPr lang="en-US" sz="2200" spc="-40" dirty="0">
                <a:cs typeface="Trebuchet MS"/>
              </a:rPr>
              <a:t>the </a:t>
            </a:r>
            <a:r>
              <a:rPr lang="en-US" sz="2200" spc="75" dirty="0">
                <a:cs typeface="Trebuchet MS"/>
              </a:rPr>
              <a:t>pipeline </a:t>
            </a:r>
            <a:r>
              <a:rPr lang="en-US" sz="2200" spc="105" dirty="0">
                <a:cs typeface="Trebuchet MS"/>
              </a:rPr>
              <a:t>needs </a:t>
            </a:r>
            <a:r>
              <a:rPr lang="en-US" sz="2200" spc="-90" dirty="0">
                <a:cs typeface="Trebuchet MS"/>
              </a:rPr>
              <a:t>to </a:t>
            </a:r>
            <a:r>
              <a:rPr lang="en-US" sz="2200" spc="85" dirty="0">
                <a:cs typeface="Trebuchet MS"/>
              </a:rPr>
              <a:t>access </a:t>
            </a:r>
            <a:r>
              <a:rPr lang="en-US" sz="2200" spc="10" dirty="0">
                <a:cs typeface="Trebuchet MS"/>
              </a:rPr>
              <a:t>a  resource,</a:t>
            </a:r>
            <a:r>
              <a:rPr lang="en-US" sz="2200" spc="-385" dirty="0">
                <a:cs typeface="Trebuchet MS"/>
              </a:rPr>
              <a:t> </a:t>
            </a:r>
            <a:r>
              <a:rPr lang="en-US" sz="2200" spc="-40" dirty="0">
                <a:cs typeface="Trebuchet MS"/>
              </a:rPr>
              <a:t>the</a:t>
            </a:r>
            <a:r>
              <a:rPr lang="en-US" sz="2200" spc="-145" dirty="0">
                <a:cs typeface="Trebuchet MS"/>
              </a:rPr>
              <a:t> </a:t>
            </a:r>
            <a:r>
              <a:rPr lang="en-US" sz="2200" spc="-10" dirty="0" err="1">
                <a:cs typeface="Trebuchet MS"/>
              </a:rPr>
              <a:t>datapath</a:t>
            </a:r>
            <a:r>
              <a:rPr lang="en-US" sz="2200" spc="-130" dirty="0">
                <a:cs typeface="Trebuchet MS"/>
              </a:rPr>
              <a:t> </a:t>
            </a:r>
            <a:r>
              <a:rPr lang="en-US" sz="2200" spc="80" dirty="0">
                <a:cs typeface="Trebuchet MS"/>
              </a:rPr>
              <a:t>is</a:t>
            </a:r>
            <a:r>
              <a:rPr lang="en-US" sz="2200" spc="-140" dirty="0">
                <a:cs typeface="Trebuchet MS"/>
              </a:rPr>
              <a:t> </a:t>
            </a:r>
            <a:r>
              <a:rPr lang="en-US" sz="2200" spc="90" dirty="0">
                <a:cs typeface="Trebuchet MS"/>
              </a:rPr>
              <a:t>said</a:t>
            </a:r>
            <a:r>
              <a:rPr lang="en-US" sz="2200" spc="-135" dirty="0">
                <a:cs typeface="Trebuchet MS"/>
              </a:rPr>
              <a:t> </a:t>
            </a:r>
            <a:r>
              <a:rPr lang="en-US" sz="2200" spc="-90" dirty="0">
                <a:cs typeface="Trebuchet MS"/>
              </a:rPr>
              <a:t>to</a:t>
            </a:r>
            <a:r>
              <a:rPr lang="en-US" sz="2200" spc="-135" dirty="0">
                <a:cs typeface="Trebuchet MS"/>
              </a:rPr>
              <a:t> </a:t>
            </a:r>
            <a:r>
              <a:rPr lang="en-US" sz="2200" spc="40" dirty="0">
                <a:cs typeface="Trebuchet MS"/>
              </a:rPr>
              <a:t>have</a:t>
            </a:r>
            <a:r>
              <a:rPr lang="en-US" sz="2200" spc="-155" dirty="0">
                <a:cs typeface="Trebuchet MS"/>
              </a:rPr>
              <a:t> </a:t>
            </a:r>
            <a:r>
              <a:rPr lang="en-US" sz="2200" spc="10" dirty="0">
                <a:cs typeface="Trebuchet MS"/>
              </a:rPr>
              <a:t>a</a:t>
            </a:r>
            <a:r>
              <a:rPr lang="en-US" sz="2200" spc="-140" dirty="0">
                <a:cs typeface="Trebuchet MS"/>
              </a:rPr>
              <a:t> </a:t>
            </a:r>
            <a:r>
              <a:rPr lang="en-US" sz="2200" b="1" spc="80" dirty="0">
                <a:solidFill>
                  <a:srgbClr val="0000FF"/>
                </a:solidFill>
                <a:cs typeface="Trebuchet MS"/>
              </a:rPr>
              <a:t>structural</a:t>
            </a:r>
            <a:r>
              <a:rPr lang="en-US" sz="2200" b="1" spc="-130" dirty="0">
                <a:solidFill>
                  <a:srgbClr val="0000FF"/>
                </a:solidFill>
                <a:cs typeface="Trebuchet MS"/>
              </a:rPr>
              <a:t> </a:t>
            </a:r>
            <a:r>
              <a:rPr lang="en-US" sz="2200" b="1" spc="70" dirty="0">
                <a:solidFill>
                  <a:srgbClr val="0000FF"/>
                </a:solidFill>
                <a:cs typeface="Trebuchet MS"/>
              </a:rPr>
              <a:t>hazard.</a:t>
            </a:r>
            <a:endParaRPr lang="en-US" sz="2200" dirty="0">
              <a:cs typeface="Trebuchet MS"/>
            </a:endParaRPr>
          </a:p>
          <a:p>
            <a:pPr marL="441959" indent="-429895" algn="just">
              <a:lnSpc>
                <a:spcPct val="100000"/>
              </a:lnSpc>
              <a:spcBef>
                <a:spcPts val="0"/>
              </a:spcBef>
              <a:spcAft>
                <a:spcPts val="1200"/>
              </a:spcAft>
              <a:buFont typeface="Arial"/>
              <a:buChar char="•"/>
              <a:tabLst>
                <a:tab pos="441959" algn="l"/>
                <a:tab pos="442595" algn="l"/>
              </a:tabLst>
            </a:pPr>
            <a:r>
              <a:rPr lang="en-US" sz="2200" spc="110" dirty="0">
                <a:cs typeface="Trebuchet MS"/>
              </a:rPr>
              <a:t>Examples</a:t>
            </a:r>
            <a:r>
              <a:rPr lang="en-US" sz="2200" spc="-140" dirty="0">
                <a:cs typeface="Trebuchet MS"/>
              </a:rPr>
              <a:t> </a:t>
            </a:r>
            <a:r>
              <a:rPr lang="en-US" sz="2200" spc="-60" dirty="0">
                <a:cs typeface="Trebuchet MS"/>
              </a:rPr>
              <a:t>of</a:t>
            </a:r>
            <a:r>
              <a:rPr lang="en-US" sz="2200" spc="-160" dirty="0">
                <a:cs typeface="Trebuchet MS"/>
              </a:rPr>
              <a:t> </a:t>
            </a:r>
            <a:r>
              <a:rPr lang="en-US" sz="2200" spc="35" dirty="0">
                <a:cs typeface="Trebuchet MS"/>
              </a:rPr>
              <a:t>resources:</a:t>
            </a:r>
            <a:r>
              <a:rPr lang="en-US" sz="2200" spc="-380" dirty="0">
                <a:cs typeface="Trebuchet MS"/>
              </a:rPr>
              <a:t> </a:t>
            </a:r>
            <a:r>
              <a:rPr lang="en-US" sz="2200" spc="45" dirty="0">
                <a:cs typeface="Trebuchet MS"/>
              </a:rPr>
              <a:t>register</a:t>
            </a:r>
            <a:r>
              <a:rPr lang="en-US" sz="2200" spc="-145" dirty="0">
                <a:cs typeface="Trebuchet MS"/>
              </a:rPr>
              <a:t> </a:t>
            </a:r>
            <a:r>
              <a:rPr lang="en-US" sz="2200" spc="-80" dirty="0">
                <a:cs typeface="Trebuchet MS"/>
              </a:rPr>
              <a:t>file,</a:t>
            </a:r>
            <a:r>
              <a:rPr lang="en-US" sz="2200" spc="-390" dirty="0">
                <a:cs typeface="Trebuchet MS"/>
              </a:rPr>
              <a:t> </a:t>
            </a:r>
            <a:r>
              <a:rPr lang="en-US" sz="2200" spc="25" dirty="0">
                <a:cs typeface="Trebuchet MS"/>
              </a:rPr>
              <a:t>memory,</a:t>
            </a:r>
            <a:r>
              <a:rPr lang="en-US" sz="2200" spc="-385" dirty="0">
                <a:cs typeface="Trebuchet MS"/>
              </a:rPr>
              <a:t> </a:t>
            </a:r>
            <a:r>
              <a:rPr lang="en-US" sz="2200" spc="-10" dirty="0">
                <a:cs typeface="Trebuchet MS"/>
              </a:rPr>
              <a:t>ALU.</a:t>
            </a:r>
            <a:endParaRPr lang="en-US" sz="2200" dirty="0">
              <a:cs typeface="Trebuchet MS"/>
            </a:endParaRPr>
          </a:p>
          <a:p>
            <a:pPr marL="355600" marR="6350">
              <a:spcBef>
                <a:spcPts val="0"/>
              </a:spcBef>
              <a:spcAft>
                <a:spcPts val="1200"/>
              </a:spcAft>
              <a:buFont typeface="Arial"/>
              <a:buChar char="•"/>
              <a:tabLst>
                <a:tab pos="443865" algn="l"/>
                <a:tab pos="444500" algn="l"/>
              </a:tabLst>
            </a:pPr>
            <a:r>
              <a:rPr lang="en-US" sz="2200" dirty="0"/>
              <a:t>	</a:t>
            </a:r>
            <a:r>
              <a:rPr lang="en-US" sz="2200" b="1" spc="20" dirty="0">
                <a:solidFill>
                  <a:srgbClr val="0000FF"/>
                </a:solidFill>
                <a:cs typeface="Trebuchet MS"/>
              </a:rPr>
              <a:t>Solution</a:t>
            </a:r>
            <a:r>
              <a:rPr lang="en-US" sz="2200" spc="20" dirty="0">
                <a:cs typeface="Trebuchet MS"/>
              </a:rPr>
              <a:t>: </a:t>
            </a:r>
            <a:r>
              <a:rPr lang="en-US" sz="2200" spc="-25" dirty="0">
                <a:cs typeface="Trebuchet MS"/>
              </a:rPr>
              <a:t>Stall </a:t>
            </a:r>
            <a:r>
              <a:rPr lang="en-US" sz="2200" spc="-40" dirty="0">
                <a:cs typeface="Trebuchet MS"/>
              </a:rPr>
              <a:t>the </a:t>
            </a:r>
            <a:r>
              <a:rPr lang="en-US" sz="2200" spc="75" dirty="0">
                <a:cs typeface="Trebuchet MS"/>
              </a:rPr>
              <a:t>pipeline </a:t>
            </a:r>
            <a:r>
              <a:rPr lang="en-US" sz="2200" dirty="0">
                <a:cs typeface="Trebuchet MS"/>
              </a:rPr>
              <a:t>for </a:t>
            </a:r>
            <a:r>
              <a:rPr lang="en-US" sz="2200" spc="75" dirty="0">
                <a:cs typeface="Trebuchet MS"/>
              </a:rPr>
              <a:t>one </a:t>
            </a:r>
            <a:r>
              <a:rPr lang="en-US" sz="2200" spc="80" dirty="0">
                <a:cs typeface="Trebuchet MS"/>
              </a:rPr>
              <a:t>clock cycle </a:t>
            </a:r>
            <a:r>
              <a:rPr lang="en-US" sz="2200" spc="55" dirty="0">
                <a:cs typeface="Trebuchet MS"/>
              </a:rPr>
              <a:t>when </a:t>
            </a:r>
            <a:r>
              <a:rPr lang="en-US" sz="2200" spc="-40" dirty="0">
                <a:cs typeface="Trebuchet MS"/>
              </a:rPr>
              <a:t>the </a:t>
            </a:r>
            <a:r>
              <a:rPr lang="en-US" sz="2200" spc="-20" dirty="0">
                <a:cs typeface="Trebuchet MS"/>
              </a:rPr>
              <a:t>conflict </a:t>
            </a:r>
            <a:r>
              <a:rPr lang="en-US" sz="2200" spc="90" dirty="0">
                <a:cs typeface="Trebuchet MS"/>
              </a:rPr>
              <a:t>is  </a:t>
            </a:r>
            <a:r>
              <a:rPr lang="en-US" sz="2200" spc="-10" dirty="0">
                <a:cs typeface="Trebuchet MS"/>
              </a:rPr>
              <a:t>detected.</a:t>
            </a:r>
            <a:r>
              <a:rPr lang="en-US" sz="2200" spc="-505" dirty="0">
                <a:cs typeface="Trebuchet MS"/>
              </a:rPr>
              <a:t> </a:t>
            </a:r>
          </a:p>
          <a:p>
            <a:pPr marL="355600" marR="6350">
              <a:spcBef>
                <a:spcPts val="0"/>
              </a:spcBef>
              <a:spcAft>
                <a:spcPts val="1200"/>
              </a:spcAft>
              <a:buFont typeface="Arial"/>
              <a:buChar char="•"/>
              <a:tabLst>
                <a:tab pos="443865" algn="l"/>
                <a:tab pos="444500" algn="l"/>
              </a:tabLst>
            </a:pPr>
            <a:r>
              <a:rPr lang="en-US" sz="2200" dirty="0">
                <a:cs typeface="Trebuchet MS"/>
              </a:rPr>
              <a:t>A </a:t>
            </a:r>
            <a:r>
              <a:rPr lang="en-US" sz="2200" b="1" dirty="0">
                <a:solidFill>
                  <a:srgbClr val="FF0000"/>
                </a:solidFill>
                <a:cs typeface="Trebuchet MS"/>
              </a:rPr>
              <a:t>stall </a:t>
            </a:r>
            <a:r>
              <a:rPr lang="en-US" sz="2200" dirty="0">
                <a:cs typeface="Trebuchet MS"/>
              </a:rPr>
              <a:t>is the delay in cycles caused	due to	any of	the hazards  mentioned above.</a:t>
            </a:r>
          </a:p>
          <a:p>
            <a:pPr marL="355600" marR="6350" indent="-342900" algn="just">
              <a:lnSpc>
                <a:spcPct val="100000"/>
              </a:lnSpc>
              <a:spcBef>
                <a:spcPts val="0"/>
              </a:spcBef>
              <a:spcAft>
                <a:spcPts val="1200"/>
              </a:spcAft>
              <a:buFont typeface="Arial"/>
              <a:buChar char="•"/>
              <a:tabLst>
                <a:tab pos="443865" algn="l"/>
                <a:tab pos="444500" algn="l"/>
              </a:tabLst>
            </a:pPr>
            <a:r>
              <a:rPr lang="en-US" sz="2200" spc="60" dirty="0">
                <a:cs typeface="Trebuchet MS"/>
              </a:rPr>
              <a:t>This</a:t>
            </a:r>
            <a:r>
              <a:rPr lang="en-US" sz="2200" spc="-145" dirty="0">
                <a:cs typeface="Trebuchet MS"/>
              </a:rPr>
              <a:t> </a:t>
            </a:r>
            <a:r>
              <a:rPr lang="en-US" sz="2200" spc="5" dirty="0">
                <a:cs typeface="Trebuchet MS"/>
              </a:rPr>
              <a:t>results</a:t>
            </a:r>
            <a:r>
              <a:rPr lang="en-US" sz="2200" spc="-135" dirty="0">
                <a:cs typeface="Trebuchet MS"/>
              </a:rPr>
              <a:t> </a:t>
            </a:r>
            <a:r>
              <a:rPr lang="en-US" sz="2200" spc="40" dirty="0">
                <a:cs typeface="Trebuchet MS"/>
              </a:rPr>
              <a:t>in</a:t>
            </a:r>
            <a:r>
              <a:rPr lang="en-US" sz="2200" spc="-155" dirty="0">
                <a:cs typeface="Trebuchet MS"/>
              </a:rPr>
              <a:t> </a:t>
            </a:r>
            <a:r>
              <a:rPr lang="en-US" sz="2200" spc="10" dirty="0">
                <a:cs typeface="Trebuchet MS"/>
              </a:rPr>
              <a:t>a</a:t>
            </a:r>
            <a:r>
              <a:rPr lang="en-US" sz="2200" spc="-135" dirty="0">
                <a:cs typeface="Trebuchet MS"/>
              </a:rPr>
              <a:t> </a:t>
            </a:r>
            <a:r>
              <a:rPr lang="en-US" sz="2200" b="1" spc="95" dirty="0">
                <a:solidFill>
                  <a:srgbClr val="0000FF"/>
                </a:solidFill>
                <a:cs typeface="Trebuchet MS"/>
              </a:rPr>
              <a:t>pipeline</a:t>
            </a:r>
            <a:r>
              <a:rPr lang="en-US" sz="2200" b="1" spc="-145" dirty="0">
                <a:solidFill>
                  <a:srgbClr val="0000FF"/>
                </a:solidFill>
                <a:cs typeface="Trebuchet MS"/>
              </a:rPr>
              <a:t> </a:t>
            </a:r>
            <a:r>
              <a:rPr lang="en-US" sz="2200" b="1" spc="55" dirty="0">
                <a:solidFill>
                  <a:srgbClr val="0000FF"/>
                </a:solidFill>
                <a:cs typeface="Trebuchet MS"/>
              </a:rPr>
              <a:t>bubble.</a:t>
            </a:r>
          </a:p>
        </p:txBody>
      </p:sp>
      <p:sp>
        <p:nvSpPr>
          <p:cNvPr id="12292" name="Slide Number Placeholder 3">
            <a:extLst>
              <a:ext uri="{FF2B5EF4-FFF2-40B4-BE49-F238E27FC236}">
                <a16:creationId xmlns:a16="http://schemas.microsoft.com/office/drawing/2014/main" id="{8560B5FA-F288-44DE-B740-658CE316E20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1ACB5EE-86EF-45DC-8412-F85559026E07}" type="slidenum">
              <a:rPr lang="en-US" altLang="en-US" sz="1800" smtClean="0">
                <a:solidFill>
                  <a:srgbClr val="898989"/>
                </a:solidFill>
                <a:latin typeface="Arial" panose="020B0604020202020204" pitchFamily="34" charset="0"/>
              </a:rPr>
              <a:pPr algn="l" eaLnBrk="0" hangingPunct="0">
                <a:spcBef>
                  <a:spcPct val="0"/>
                </a:spcBef>
                <a:buFontTx/>
                <a:buNone/>
              </a:pPr>
              <a:t>33</a:t>
            </a:fld>
            <a:endParaRPr lang="en-US" altLang="en-US" sz="1800">
              <a:solidFill>
                <a:srgbClr val="898989"/>
              </a:solidFill>
              <a:latin typeface="Arial" panose="020B0604020202020204" pitchFamily="34" charset="0"/>
            </a:endParaRPr>
          </a:p>
        </p:txBody>
      </p:sp>
      <p:pic>
        <p:nvPicPr>
          <p:cNvPr id="3" name="Picture 2">
            <a:extLst>
              <a:ext uri="{FF2B5EF4-FFF2-40B4-BE49-F238E27FC236}">
                <a16:creationId xmlns:a16="http://schemas.microsoft.com/office/drawing/2014/main" id="{A5DA2CC4-DD52-48DD-BEEA-398E1F3D7F1C}"/>
              </a:ext>
            </a:extLst>
          </p:cNvPr>
          <p:cNvPicPr>
            <a:picLocks noChangeAspect="1"/>
          </p:cNvPicPr>
          <p:nvPr/>
        </p:nvPicPr>
        <p:blipFill rotWithShape="1">
          <a:blip r:embed="rId3"/>
          <a:srcRect l="27500" t="31111" r="11250" b="28889"/>
          <a:stretch/>
        </p:blipFill>
        <p:spPr>
          <a:xfrm>
            <a:off x="5925773" y="1066800"/>
            <a:ext cx="6115416" cy="4267200"/>
          </a:xfrm>
          <a:prstGeom prst="rect">
            <a:avLst/>
          </a:prstGeom>
        </p:spPr>
      </p:pic>
    </p:spTree>
    <p:extLst>
      <p:ext uri="{BB962C8B-B14F-4D97-AF65-F5344CB8AC3E}">
        <p14:creationId xmlns:p14="http://schemas.microsoft.com/office/powerpoint/2010/main" val="448589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6080" y="1568895"/>
            <a:ext cx="9968097" cy="406128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308943" y="208259"/>
            <a:ext cx="10435233" cy="689932"/>
          </a:xfrm>
          <a:prstGeom prst="rect">
            <a:avLst/>
          </a:prstGeom>
        </p:spPr>
        <p:txBody>
          <a:bodyPr vert="horz" wrap="square" lIns="0" tIns="12700" rIns="0" bIns="0" rtlCol="0">
            <a:spAutoFit/>
          </a:bodyPr>
          <a:lstStyle/>
          <a:p>
            <a:pPr marL="12700">
              <a:lnSpc>
                <a:spcPct val="100000"/>
              </a:lnSpc>
              <a:spcBef>
                <a:spcPts val="100"/>
              </a:spcBef>
            </a:pPr>
            <a:r>
              <a:rPr b="1" spc="-235" dirty="0">
                <a:solidFill>
                  <a:srgbClr val="FF0000"/>
                </a:solidFill>
              </a:rPr>
              <a:t>Structural </a:t>
            </a:r>
            <a:r>
              <a:rPr b="1" spc="-275" dirty="0">
                <a:solidFill>
                  <a:srgbClr val="FF0000"/>
                </a:solidFill>
              </a:rPr>
              <a:t>Hazards </a:t>
            </a:r>
            <a:r>
              <a:rPr b="1" spc="-250" dirty="0">
                <a:solidFill>
                  <a:srgbClr val="FF0000"/>
                </a:solidFill>
              </a:rPr>
              <a:t>and </a:t>
            </a:r>
            <a:r>
              <a:rPr b="1" spc="-185" dirty="0">
                <a:solidFill>
                  <a:srgbClr val="FF0000"/>
                </a:solidFill>
              </a:rPr>
              <a:t>Stalls </a:t>
            </a:r>
            <a:r>
              <a:rPr b="1" spc="-125" dirty="0">
                <a:solidFill>
                  <a:srgbClr val="FF0000"/>
                </a:solidFill>
              </a:rPr>
              <a:t>-</a:t>
            </a:r>
            <a:r>
              <a:rPr b="1" spc="-185" dirty="0">
                <a:solidFill>
                  <a:srgbClr val="FF0000"/>
                </a:solidFill>
              </a:rPr>
              <a:t> </a:t>
            </a:r>
            <a:r>
              <a:rPr b="1" spc="-220" dirty="0">
                <a:solidFill>
                  <a:srgbClr val="FF0000"/>
                </a:solidFill>
              </a:rPr>
              <a:t>Solution</a:t>
            </a:r>
          </a:p>
        </p:txBody>
      </p:sp>
      <p:sp>
        <p:nvSpPr>
          <p:cNvPr id="4" name="object 4"/>
          <p:cNvSpPr txBox="1">
            <a:spLocks noGrp="1"/>
          </p:cNvSpPr>
          <p:nvPr>
            <p:ph type="sldNum" sz="quarter" idx="4294967295"/>
          </p:nvPr>
        </p:nvSpPr>
        <p:spPr>
          <a:xfrm>
            <a:off x="11219306" y="6405384"/>
            <a:ext cx="556404" cy="410369"/>
          </a:xfrm>
          <a:prstGeom prst="rect">
            <a:avLst/>
          </a:prstGeom>
        </p:spPr>
        <p:txBody>
          <a:bodyPr vert="horz" wrap="square" lIns="0" tIns="0" rIns="0" bIns="0" rtlCol="0">
            <a:spAutoFit/>
          </a:bodyPr>
          <a:lstStyle/>
          <a:p>
            <a:pPr marL="38100">
              <a:lnSpc>
                <a:spcPts val="3225"/>
              </a:lnSpc>
            </a:pPr>
            <a:fld id="{81D60167-4931-47E6-BA6A-407CBD079E47}" type="slidenum">
              <a:rPr spc="-5" dirty="0"/>
              <a:t>34</a:t>
            </a:fld>
            <a:endParaRPr spc="-5" dirty="0"/>
          </a:p>
        </p:txBody>
      </p:sp>
    </p:spTree>
    <p:extLst>
      <p:ext uri="{BB962C8B-B14F-4D97-AF65-F5344CB8AC3E}">
        <p14:creationId xmlns:p14="http://schemas.microsoft.com/office/powerpoint/2010/main" val="39061444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08943" y="239036"/>
            <a:ext cx="10435233" cy="628377"/>
          </a:xfrm>
          <a:prstGeom prst="rect">
            <a:avLst/>
          </a:prstGeom>
        </p:spPr>
        <p:txBody>
          <a:bodyPr vert="horz" wrap="square" lIns="0" tIns="12700" rIns="0" bIns="0" rtlCol="0">
            <a:spAutoFit/>
          </a:bodyPr>
          <a:lstStyle/>
          <a:p>
            <a:pPr marL="12700">
              <a:lnSpc>
                <a:spcPct val="100000"/>
              </a:lnSpc>
              <a:spcBef>
                <a:spcPts val="100"/>
              </a:spcBef>
            </a:pPr>
            <a:r>
              <a:rPr lang="en-US" sz="4000" b="1" spc="-245" dirty="0">
                <a:solidFill>
                  <a:srgbClr val="FF0000"/>
                </a:solidFill>
                <a:latin typeface="Rockwell" panose="02060603020205020403" pitchFamily="18" charset="0"/>
              </a:rPr>
              <a:t>Data </a:t>
            </a:r>
            <a:r>
              <a:rPr lang="en-US" sz="4000" b="1" spc="-285" dirty="0">
                <a:solidFill>
                  <a:srgbClr val="FF0000"/>
                </a:solidFill>
                <a:latin typeface="Rockwell" panose="02060603020205020403" pitchFamily="18" charset="0"/>
              </a:rPr>
              <a:t>Hazard</a:t>
            </a:r>
            <a:r>
              <a:rPr lang="en-US" sz="4000" b="1" spc="-440" dirty="0">
                <a:solidFill>
                  <a:srgbClr val="FF0000"/>
                </a:solidFill>
                <a:latin typeface="Rockwell" panose="02060603020205020403" pitchFamily="18" charset="0"/>
              </a:rPr>
              <a:t> </a:t>
            </a:r>
            <a:r>
              <a:rPr lang="en-US" sz="4000" b="1" spc="-185" dirty="0">
                <a:solidFill>
                  <a:srgbClr val="FF0000"/>
                </a:solidFill>
                <a:latin typeface="Rockwell" panose="02060603020205020403" pitchFamily="18" charset="0"/>
              </a:rPr>
              <a:t>Classification</a:t>
            </a:r>
            <a:endParaRPr sz="4000" b="1" spc="-220" dirty="0">
              <a:solidFill>
                <a:srgbClr val="FF0000"/>
              </a:solidFill>
            </a:endParaRPr>
          </a:p>
        </p:txBody>
      </p:sp>
      <p:sp>
        <p:nvSpPr>
          <p:cNvPr id="4" name="object 4"/>
          <p:cNvSpPr txBox="1">
            <a:spLocks noGrp="1"/>
          </p:cNvSpPr>
          <p:nvPr>
            <p:ph type="sldNum" sz="quarter" idx="4294967295"/>
          </p:nvPr>
        </p:nvSpPr>
        <p:spPr>
          <a:xfrm>
            <a:off x="11219306" y="6405384"/>
            <a:ext cx="556404" cy="410369"/>
          </a:xfrm>
          <a:prstGeom prst="rect">
            <a:avLst/>
          </a:prstGeom>
        </p:spPr>
        <p:txBody>
          <a:bodyPr vert="horz" wrap="square" lIns="0" tIns="0" rIns="0" bIns="0" rtlCol="0">
            <a:spAutoFit/>
          </a:bodyPr>
          <a:lstStyle/>
          <a:p>
            <a:pPr marL="38100">
              <a:lnSpc>
                <a:spcPts val="3225"/>
              </a:lnSpc>
            </a:pPr>
            <a:fld id="{81D60167-4931-47E6-BA6A-407CBD079E47}" type="slidenum">
              <a:rPr spc="-5" dirty="0"/>
              <a:t>35</a:t>
            </a:fld>
            <a:endParaRPr spc="-5" dirty="0"/>
          </a:p>
        </p:txBody>
      </p:sp>
      <p:sp>
        <p:nvSpPr>
          <p:cNvPr id="5" name="object 4">
            <a:extLst>
              <a:ext uri="{FF2B5EF4-FFF2-40B4-BE49-F238E27FC236}">
                <a16:creationId xmlns:a16="http://schemas.microsoft.com/office/drawing/2014/main" id="{13F7F73C-B1B9-429F-8B06-49AF0F67C258}"/>
              </a:ext>
            </a:extLst>
          </p:cNvPr>
          <p:cNvSpPr txBox="1"/>
          <p:nvPr/>
        </p:nvSpPr>
        <p:spPr>
          <a:xfrm>
            <a:off x="153987" y="1143000"/>
            <a:ext cx="11791906" cy="4885055"/>
          </a:xfrm>
          <a:prstGeom prst="rect">
            <a:avLst/>
          </a:prstGeom>
        </p:spPr>
        <p:txBody>
          <a:bodyPr vert="horz" wrap="square" lIns="0" tIns="96520" rIns="0" bIns="0" rtlCol="0">
            <a:spAutoFit/>
          </a:bodyPr>
          <a:lstStyle/>
          <a:p>
            <a:pPr marL="355600" indent="-342900" algn="just">
              <a:lnSpc>
                <a:spcPct val="100000"/>
              </a:lnSpc>
              <a:spcBef>
                <a:spcPts val="760"/>
              </a:spcBef>
              <a:buFont typeface="Arial"/>
              <a:buChar char="•"/>
              <a:tabLst>
                <a:tab pos="355600" algn="l"/>
              </a:tabLst>
            </a:pPr>
            <a:r>
              <a:rPr sz="2800" b="1" spc="220" dirty="0">
                <a:solidFill>
                  <a:srgbClr val="3B11ED"/>
                </a:solidFill>
                <a:latin typeface="Rockwell" panose="02060603020205020403" pitchFamily="18" charset="0"/>
                <a:cs typeface="Trebuchet MS"/>
              </a:rPr>
              <a:t>RAW</a:t>
            </a:r>
            <a:r>
              <a:rPr sz="2800" spc="-175" dirty="0">
                <a:latin typeface="Rockwell" panose="02060603020205020403" pitchFamily="18" charset="0"/>
                <a:cs typeface="Trebuchet MS"/>
              </a:rPr>
              <a:t> </a:t>
            </a:r>
            <a:r>
              <a:rPr sz="2800" spc="-40" dirty="0">
                <a:latin typeface="Rockwell" panose="02060603020205020403" pitchFamily="18" charset="0"/>
                <a:cs typeface="Trebuchet MS"/>
              </a:rPr>
              <a:t>-</a:t>
            </a:r>
            <a:r>
              <a:rPr sz="2800" spc="-145" dirty="0">
                <a:latin typeface="Rockwell" panose="02060603020205020403" pitchFamily="18" charset="0"/>
                <a:cs typeface="Trebuchet MS"/>
              </a:rPr>
              <a:t> </a:t>
            </a:r>
            <a:r>
              <a:rPr sz="2800" spc="85" dirty="0">
                <a:latin typeface="Rockwell" panose="02060603020205020403" pitchFamily="18" charset="0"/>
                <a:cs typeface="Trebuchet MS"/>
              </a:rPr>
              <a:t>Read</a:t>
            </a:r>
            <a:r>
              <a:rPr sz="2800" spc="-155" dirty="0">
                <a:latin typeface="Rockwell" panose="02060603020205020403" pitchFamily="18" charset="0"/>
                <a:cs typeface="Trebuchet MS"/>
              </a:rPr>
              <a:t> </a:t>
            </a:r>
            <a:r>
              <a:rPr sz="2800" spc="-15" dirty="0">
                <a:latin typeface="Rockwell" panose="02060603020205020403" pitchFamily="18" charset="0"/>
                <a:cs typeface="Trebuchet MS"/>
              </a:rPr>
              <a:t>After</a:t>
            </a:r>
            <a:r>
              <a:rPr sz="2800" spc="-370" dirty="0">
                <a:latin typeface="Rockwell" panose="02060603020205020403" pitchFamily="18" charset="0"/>
                <a:cs typeface="Trebuchet MS"/>
              </a:rPr>
              <a:t> </a:t>
            </a:r>
            <a:r>
              <a:rPr lang="en-US" sz="2800" spc="15" dirty="0">
                <a:latin typeface="Rockwell" panose="02060603020205020403" pitchFamily="18" charset="0"/>
                <a:cs typeface="Trebuchet MS"/>
              </a:rPr>
              <a:t>Write</a:t>
            </a:r>
            <a:r>
              <a:rPr sz="2800" spc="15" dirty="0">
                <a:latin typeface="Rockwell" panose="02060603020205020403" pitchFamily="18" charset="0"/>
                <a:cs typeface="Trebuchet MS"/>
              </a:rPr>
              <a:t>.</a:t>
            </a:r>
            <a:r>
              <a:rPr lang="en-US" sz="2800" spc="15" dirty="0">
                <a:latin typeface="Rockwell" panose="02060603020205020403" pitchFamily="18" charset="0"/>
                <a:cs typeface="Trebuchet MS"/>
              </a:rPr>
              <a:t> </a:t>
            </a:r>
            <a:r>
              <a:rPr sz="2800" spc="-365" dirty="0">
                <a:latin typeface="Rockwell" panose="02060603020205020403" pitchFamily="18" charset="0"/>
                <a:cs typeface="Trebuchet MS"/>
              </a:rPr>
              <a:t> </a:t>
            </a:r>
            <a:r>
              <a:rPr sz="2800" spc="110" dirty="0">
                <a:latin typeface="Rockwell" panose="02060603020205020403" pitchFamily="18" charset="0"/>
                <a:cs typeface="Trebuchet MS"/>
              </a:rPr>
              <a:t>Most</a:t>
            </a:r>
            <a:r>
              <a:rPr sz="2800" spc="-135" dirty="0">
                <a:latin typeface="Rockwell" panose="02060603020205020403" pitchFamily="18" charset="0"/>
                <a:cs typeface="Trebuchet MS"/>
              </a:rPr>
              <a:t> </a:t>
            </a:r>
            <a:r>
              <a:rPr sz="2800" spc="45" dirty="0">
                <a:latin typeface="Rockwell" panose="02060603020205020403" pitchFamily="18" charset="0"/>
                <a:cs typeface="Trebuchet MS"/>
              </a:rPr>
              <a:t>common:</a:t>
            </a:r>
            <a:r>
              <a:rPr sz="2800" spc="-390" dirty="0">
                <a:latin typeface="Rockwell" panose="02060603020205020403" pitchFamily="18" charset="0"/>
                <a:cs typeface="Trebuchet MS"/>
              </a:rPr>
              <a:t> </a:t>
            </a:r>
            <a:r>
              <a:rPr sz="2800" spc="90" dirty="0">
                <a:latin typeface="Rockwell" panose="02060603020205020403" pitchFamily="18" charset="0"/>
                <a:cs typeface="Trebuchet MS"/>
              </a:rPr>
              <a:t>solved</a:t>
            </a:r>
            <a:r>
              <a:rPr sz="2800" spc="-145" dirty="0">
                <a:latin typeface="Rockwell" panose="02060603020205020403" pitchFamily="18" charset="0"/>
                <a:cs typeface="Trebuchet MS"/>
              </a:rPr>
              <a:t> </a:t>
            </a:r>
            <a:r>
              <a:rPr sz="2800" spc="165" dirty="0">
                <a:latin typeface="Rockwell" panose="02060603020205020403" pitchFamily="18" charset="0"/>
                <a:cs typeface="Trebuchet MS"/>
              </a:rPr>
              <a:t>by</a:t>
            </a:r>
            <a:r>
              <a:rPr sz="2800" spc="-150" dirty="0">
                <a:latin typeface="Rockwell" panose="02060603020205020403" pitchFamily="18" charset="0"/>
                <a:cs typeface="Trebuchet MS"/>
              </a:rPr>
              <a:t> </a:t>
            </a:r>
            <a:r>
              <a:rPr sz="2800" spc="-15" dirty="0">
                <a:latin typeface="Rockwell" panose="02060603020205020403" pitchFamily="18" charset="0"/>
                <a:cs typeface="Trebuchet MS"/>
              </a:rPr>
              <a:t>data</a:t>
            </a:r>
            <a:r>
              <a:rPr sz="2800" spc="-130" dirty="0">
                <a:latin typeface="Rockwell" panose="02060603020205020403" pitchFamily="18" charset="0"/>
                <a:cs typeface="Trebuchet MS"/>
              </a:rPr>
              <a:t> </a:t>
            </a:r>
            <a:r>
              <a:rPr sz="2800" spc="30" dirty="0">
                <a:latin typeface="Rockwell" panose="02060603020205020403" pitchFamily="18" charset="0"/>
                <a:cs typeface="Trebuchet MS"/>
              </a:rPr>
              <a:t>forwarding.</a:t>
            </a:r>
            <a:endParaRPr sz="2800" dirty="0">
              <a:latin typeface="Rockwell" panose="02060603020205020403" pitchFamily="18" charset="0"/>
              <a:cs typeface="Trebuchet MS"/>
            </a:endParaRPr>
          </a:p>
          <a:p>
            <a:pPr marL="414655" indent="-402590" algn="just">
              <a:lnSpc>
                <a:spcPct val="100000"/>
              </a:lnSpc>
              <a:spcBef>
                <a:spcPts val="660"/>
              </a:spcBef>
              <a:buFont typeface="Arial"/>
              <a:buChar char="•"/>
              <a:tabLst>
                <a:tab pos="415290" algn="l"/>
              </a:tabLst>
            </a:pPr>
            <a:r>
              <a:rPr sz="2800" b="1" spc="300" dirty="0">
                <a:solidFill>
                  <a:srgbClr val="3B11ED"/>
                </a:solidFill>
                <a:latin typeface="Rockwell" panose="02060603020205020403" pitchFamily="18" charset="0"/>
                <a:cs typeface="Trebuchet MS"/>
              </a:rPr>
              <a:t>WAW</a:t>
            </a:r>
            <a:r>
              <a:rPr sz="2800" spc="-160" dirty="0">
                <a:latin typeface="Rockwell" panose="02060603020205020403" pitchFamily="18" charset="0"/>
                <a:cs typeface="Trebuchet MS"/>
              </a:rPr>
              <a:t> </a:t>
            </a:r>
            <a:r>
              <a:rPr sz="2800" spc="-40" dirty="0">
                <a:latin typeface="Rockwell" panose="02060603020205020403" pitchFamily="18" charset="0"/>
                <a:cs typeface="Trebuchet MS"/>
              </a:rPr>
              <a:t>-</a:t>
            </a:r>
            <a:r>
              <a:rPr sz="2800" spc="-370" dirty="0">
                <a:latin typeface="Rockwell" panose="02060603020205020403" pitchFamily="18" charset="0"/>
                <a:cs typeface="Trebuchet MS"/>
              </a:rPr>
              <a:t> </a:t>
            </a:r>
            <a:r>
              <a:rPr sz="2800" spc="70" dirty="0">
                <a:latin typeface="Rockwell" panose="02060603020205020403" pitchFamily="18" charset="0"/>
                <a:cs typeface="Trebuchet MS"/>
              </a:rPr>
              <a:t>Write</a:t>
            </a:r>
            <a:r>
              <a:rPr sz="2800" spc="-135" dirty="0">
                <a:latin typeface="Rockwell" panose="02060603020205020403" pitchFamily="18" charset="0"/>
                <a:cs typeface="Trebuchet MS"/>
              </a:rPr>
              <a:t> </a:t>
            </a:r>
            <a:r>
              <a:rPr sz="2800" spc="-15" dirty="0">
                <a:latin typeface="Rockwell" panose="02060603020205020403" pitchFamily="18" charset="0"/>
                <a:cs typeface="Trebuchet MS"/>
              </a:rPr>
              <a:t>After</a:t>
            </a:r>
            <a:r>
              <a:rPr sz="2800" spc="-380" dirty="0">
                <a:latin typeface="Rockwell" panose="02060603020205020403" pitchFamily="18" charset="0"/>
                <a:cs typeface="Trebuchet MS"/>
              </a:rPr>
              <a:t> </a:t>
            </a:r>
            <a:r>
              <a:rPr sz="2800" spc="70" dirty="0">
                <a:latin typeface="Rockwell" panose="02060603020205020403" pitchFamily="18" charset="0"/>
                <a:cs typeface="Trebuchet MS"/>
              </a:rPr>
              <a:t>Write</a:t>
            </a:r>
            <a:r>
              <a:rPr sz="2800" spc="-135" dirty="0">
                <a:latin typeface="Rockwell" panose="02060603020205020403" pitchFamily="18" charset="0"/>
                <a:cs typeface="Trebuchet MS"/>
              </a:rPr>
              <a:t> </a:t>
            </a:r>
            <a:r>
              <a:rPr sz="2800" spc="-215" dirty="0">
                <a:latin typeface="Rockwell" panose="02060603020205020403" pitchFamily="18" charset="0"/>
                <a:cs typeface="Trebuchet MS"/>
              </a:rPr>
              <a:t>:</a:t>
            </a:r>
            <a:r>
              <a:rPr sz="2800" spc="-375" dirty="0">
                <a:latin typeface="Rockwell" panose="02060603020205020403" pitchFamily="18" charset="0"/>
                <a:cs typeface="Trebuchet MS"/>
              </a:rPr>
              <a:t> </a:t>
            </a:r>
            <a:r>
              <a:rPr lang="en-US" sz="2800" spc="-375" dirty="0">
                <a:latin typeface="Rockwell" panose="02060603020205020403" pitchFamily="18" charset="0"/>
                <a:cs typeface="Trebuchet MS"/>
              </a:rPr>
              <a:t>   </a:t>
            </a:r>
            <a:r>
              <a:rPr sz="2800" spc="10" dirty="0">
                <a:latin typeface="Rockwell" panose="02060603020205020403" pitchFamily="18" charset="0"/>
                <a:cs typeface="Trebuchet MS"/>
              </a:rPr>
              <a:t>Inst</a:t>
            </a:r>
            <a:r>
              <a:rPr sz="2800" spc="-135" dirty="0">
                <a:latin typeface="Rockwell" panose="02060603020205020403" pitchFamily="18" charset="0"/>
                <a:cs typeface="Trebuchet MS"/>
              </a:rPr>
              <a:t> </a:t>
            </a:r>
            <a:r>
              <a:rPr sz="2800" spc="15" dirty="0">
                <a:latin typeface="Rockwell" panose="02060603020205020403" pitchFamily="18" charset="0"/>
                <a:cs typeface="Trebuchet MS"/>
              </a:rPr>
              <a:t>i</a:t>
            </a:r>
            <a:r>
              <a:rPr sz="2800" spc="-150" dirty="0">
                <a:latin typeface="Rockwell" panose="02060603020205020403" pitchFamily="18" charset="0"/>
                <a:cs typeface="Trebuchet MS"/>
              </a:rPr>
              <a:t> </a:t>
            </a:r>
            <a:r>
              <a:rPr sz="2800" spc="55" dirty="0">
                <a:latin typeface="Rockwell" panose="02060603020205020403" pitchFamily="18" charset="0"/>
                <a:cs typeface="Trebuchet MS"/>
              </a:rPr>
              <a:t>(load)</a:t>
            </a:r>
            <a:r>
              <a:rPr sz="2800" spc="-150" dirty="0">
                <a:latin typeface="Rockwell" panose="02060603020205020403" pitchFamily="18" charset="0"/>
                <a:cs typeface="Trebuchet MS"/>
              </a:rPr>
              <a:t> </a:t>
            </a:r>
            <a:r>
              <a:rPr sz="2800" spc="40" dirty="0">
                <a:latin typeface="Rockwell" panose="02060603020205020403" pitchFamily="18" charset="0"/>
                <a:cs typeface="Trebuchet MS"/>
              </a:rPr>
              <a:t>before</a:t>
            </a:r>
            <a:r>
              <a:rPr sz="2800" spc="-155" dirty="0">
                <a:latin typeface="Rockwell" panose="02060603020205020403" pitchFamily="18" charset="0"/>
                <a:cs typeface="Trebuchet MS"/>
              </a:rPr>
              <a:t> </a:t>
            </a:r>
            <a:r>
              <a:rPr sz="2800" spc="-10" dirty="0">
                <a:latin typeface="Rockwell" panose="02060603020205020403" pitchFamily="18" charset="0"/>
                <a:cs typeface="Trebuchet MS"/>
              </a:rPr>
              <a:t>inst</a:t>
            </a:r>
            <a:r>
              <a:rPr sz="2800" spc="-150" dirty="0">
                <a:latin typeface="Rockwell" panose="02060603020205020403" pitchFamily="18" charset="0"/>
                <a:cs typeface="Trebuchet MS"/>
              </a:rPr>
              <a:t> </a:t>
            </a:r>
            <a:r>
              <a:rPr sz="2800" spc="-215" dirty="0">
                <a:latin typeface="Rockwell" panose="02060603020205020403" pitchFamily="18" charset="0"/>
                <a:cs typeface="Trebuchet MS"/>
              </a:rPr>
              <a:t>j</a:t>
            </a:r>
            <a:r>
              <a:rPr sz="2800" spc="-145" dirty="0">
                <a:latin typeface="Rockwell" panose="02060603020205020403" pitchFamily="18" charset="0"/>
                <a:cs typeface="Trebuchet MS"/>
              </a:rPr>
              <a:t> </a:t>
            </a:r>
            <a:r>
              <a:rPr sz="2800" spc="35" dirty="0">
                <a:latin typeface="Rockwell" panose="02060603020205020403" pitchFamily="18" charset="0"/>
                <a:cs typeface="Trebuchet MS"/>
              </a:rPr>
              <a:t>(add).</a:t>
            </a:r>
            <a:endParaRPr sz="2800" dirty="0">
              <a:latin typeface="Rockwell" panose="02060603020205020403" pitchFamily="18" charset="0"/>
              <a:cs typeface="Trebuchet MS"/>
            </a:endParaRPr>
          </a:p>
          <a:p>
            <a:pPr marL="355600" marR="5080" indent="-342900" algn="just">
              <a:lnSpc>
                <a:spcPts val="3020"/>
              </a:lnSpc>
              <a:spcBef>
                <a:spcPts val="1045"/>
              </a:spcBef>
              <a:buFont typeface="Arial"/>
              <a:buChar char="•"/>
              <a:tabLst>
                <a:tab pos="355600" algn="l"/>
              </a:tabLst>
            </a:pPr>
            <a:r>
              <a:rPr sz="2800" spc="-15" dirty="0">
                <a:latin typeface="Rockwell" panose="02060603020205020403" pitchFamily="18" charset="0"/>
                <a:cs typeface="Trebuchet MS"/>
              </a:rPr>
              <a:t>Both</a:t>
            </a:r>
            <a:r>
              <a:rPr sz="2800" spc="-85" dirty="0">
                <a:latin typeface="Rockwell" panose="02060603020205020403" pitchFamily="18" charset="0"/>
                <a:cs typeface="Trebuchet MS"/>
              </a:rPr>
              <a:t> </a:t>
            </a:r>
            <a:r>
              <a:rPr sz="2800" spc="5" dirty="0">
                <a:latin typeface="Rockwell" panose="02060603020205020403" pitchFamily="18" charset="0"/>
                <a:cs typeface="Trebuchet MS"/>
              </a:rPr>
              <a:t>write</a:t>
            </a:r>
            <a:r>
              <a:rPr sz="2800" spc="-85" dirty="0">
                <a:latin typeface="Rockwell" panose="02060603020205020403" pitchFamily="18" charset="0"/>
                <a:cs typeface="Trebuchet MS"/>
              </a:rPr>
              <a:t> to</a:t>
            </a:r>
            <a:r>
              <a:rPr sz="2800" spc="-80" dirty="0">
                <a:latin typeface="Rockwell" panose="02060603020205020403" pitchFamily="18" charset="0"/>
                <a:cs typeface="Trebuchet MS"/>
              </a:rPr>
              <a:t> </a:t>
            </a:r>
            <a:r>
              <a:rPr sz="2800" spc="80" dirty="0">
                <a:latin typeface="Rockwell" panose="02060603020205020403" pitchFamily="18" charset="0"/>
                <a:cs typeface="Trebuchet MS"/>
              </a:rPr>
              <a:t>same</a:t>
            </a:r>
            <a:r>
              <a:rPr sz="2800" spc="-75" dirty="0">
                <a:latin typeface="Rockwell" panose="02060603020205020403" pitchFamily="18" charset="0"/>
                <a:cs typeface="Trebuchet MS"/>
              </a:rPr>
              <a:t> </a:t>
            </a:r>
            <a:r>
              <a:rPr sz="2800" dirty="0">
                <a:latin typeface="Rockwell" panose="02060603020205020403" pitchFamily="18" charset="0"/>
                <a:cs typeface="Trebuchet MS"/>
              </a:rPr>
              <a:t>register.</a:t>
            </a:r>
            <a:r>
              <a:rPr sz="2800" spc="-315" dirty="0">
                <a:latin typeface="Rockwell" panose="02060603020205020403" pitchFamily="18" charset="0"/>
                <a:cs typeface="Trebuchet MS"/>
              </a:rPr>
              <a:t> </a:t>
            </a:r>
            <a:r>
              <a:rPr sz="2800" spc="-60" dirty="0">
                <a:latin typeface="Rockwell" panose="02060603020205020403" pitchFamily="18" charset="0"/>
                <a:cs typeface="Trebuchet MS"/>
              </a:rPr>
              <a:t>But</a:t>
            </a:r>
            <a:r>
              <a:rPr sz="2800" spc="-85" dirty="0">
                <a:latin typeface="Rockwell" panose="02060603020205020403" pitchFamily="18" charset="0"/>
                <a:cs typeface="Trebuchet MS"/>
              </a:rPr>
              <a:t> </a:t>
            </a:r>
            <a:r>
              <a:rPr sz="2800" spc="-10" dirty="0">
                <a:latin typeface="Rockwell" panose="02060603020205020403" pitchFamily="18" charset="0"/>
                <a:cs typeface="Trebuchet MS"/>
              </a:rPr>
              <a:t>inst</a:t>
            </a:r>
            <a:r>
              <a:rPr sz="2800" spc="-70" dirty="0">
                <a:latin typeface="Rockwell" panose="02060603020205020403" pitchFamily="18" charset="0"/>
                <a:cs typeface="Trebuchet MS"/>
              </a:rPr>
              <a:t> </a:t>
            </a:r>
            <a:r>
              <a:rPr sz="2800" spc="15" dirty="0">
                <a:latin typeface="Rockwell" panose="02060603020205020403" pitchFamily="18" charset="0"/>
                <a:cs typeface="Trebuchet MS"/>
              </a:rPr>
              <a:t>i</a:t>
            </a:r>
            <a:r>
              <a:rPr sz="2800" spc="-85" dirty="0">
                <a:latin typeface="Rockwell" panose="02060603020205020403" pitchFamily="18" charset="0"/>
                <a:cs typeface="Trebuchet MS"/>
              </a:rPr>
              <a:t> </a:t>
            </a:r>
            <a:r>
              <a:rPr sz="2800" spc="125" dirty="0">
                <a:latin typeface="Rockwell" panose="02060603020205020403" pitchFamily="18" charset="0"/>
                <a:cs typeface="Trebuchet MS"/>
              </a:rPr>
              <a:t>does</a:t>
            </a:r>
            <a:r>
              <a:rPr sz="2800" spc="-80" dirty="0">
                <a:latin typeface="Rockwell" panose="02060603020205020403" pitchFamily="18" charset="0"/>
                <a:cs typeface="Trebuchet MS"/>
              </a:rPr>
              <a:t> </a:t>
            </a:r>
            <a:r>
              <a:rPr sz="2800" spc="-130" dirty="0">
                <a:latin typeface="Rockwell" panose="02060603020205020403" pitchFamily="18" charset="0"/>
                <a:cs typeface="Trebuchet MS"/>
              </a:rPr>
              <a:t>it</a:t>
            </a:r>
            <a:r>
              <a:rPr sz="2800" spc="-90" dirty="0">
                <a:latin typeface="Rockwell" panose="02060603020205020403" pitchFamily="18" charset="0"/>
                <a:cs typeface="Trebuchet MS"/>
              </a:rPr>
              <a:t> </a:t>
            </a:r>
            <a:r>
              <a:rPr sz="2800" spc="40" dirty="0">
                <a:latin typeface="Rockwell" panose="02060603020205020403" pitchFamily="18" charset="0"/>
                <a:cs typeface="Trebuchet MS"/>
              </a:rPr>
              <a:t>before</a:t>
            </a:r>
            <a:r>
              <a:rPr sz="2800" spc="-95" dirty="0">
                <a:latin typeface="Rockwell" panose="02060603020205020403" pitchFamily="18" charset="0"/>
                <a:cs typeface="Trebuchet MS"/>
              </a:rPr>
              <a:t> </a:t>
            </a:r>
            <a:r>
              <a:rPr sz="2800" spc="-10" dirty="0">
                <a:latin typeface="Rockwell" panose="02060603020205020403" pitchFamily="18" charset="0"/>
                <a:cs typeface="Trebuchet MS"/>
              </a:rPr>
              <a:t>inst</a:t>
            </a:r>
            <a:r>
              <a:rPr sz="2800" spc="-90" dirty="0">
                <a:latin typeface="Rockwell" panose="02060603020205020403" pitchFamily="18" charset="0"/>
                <a:cs typeface="Trebuchet MS"/>
              </a:rPr>
              <a:t> </a:t>
            </a:r>
            <a:r>
              <a:rPr sz="2800" spc="-215" dirty="0">
                <a:latin typeface="Rockwell" panose="02060603020205020403" pitchFamily="18" charset="0"/>
                <a:cs typeface="Trebuchet MS"/>
              </a:rPr>
              <a:t>j.</a:t>
            </a:r>
            <a:r>
              <a:rPr sz="2800" spc="-315" dirty="0">
                <a:latin typeface="Rockwell" panose="02060603020205020403" pitchFamily="18" charset="0"/>
                <a:cs typeface="Trebuchet MS"/>
              </a:rPr>
              <a:t> </a:t>
            </a:r>
            <a:r>
              <a:rPr sz="2800" spc="210" dirty="0">
                <a:latin typeface="Rockwell" panose="02060603020205020403" pitchFamily="18" charset="0"/>
                <a:cs typeface="Trebuchet MS"/>
              </a:rPr>
              <a:t>DLX</a:t>
            </a:r>
            <a:r>
              <a:rPr sz="2800" spc="-75" dirty="0">
                <a:latin typeface="Rockwell" panose="02060603020205020403" pitchFamily="18" charset="0"/>
                <a:cs typeface="Trebuchet MS"/>
              </a:rPr>
              <a:t> </a:t>
            </a:r>
            <a:r>
              <a:rPr sz="2800" spc="70" dirty="0">
                <a:latin typeface="Rockwell" panose="02060603020205020403" pitchFamily="18" charset="0"/>
                <a:cs typeface="Trebuchet MS"/>
              </a:rPr>
              <a:t>avoids  </a:t>
            </a:r>
            <a:r>
              <a:rPr sz="2800" spc="-10" dirty="0">
                <a:latin typeface="Rockwell" panose="02060603020205020403" pitchFamily="18" charset="0"/>
                <a:cs typeface="Trebuchet MS"/>
              </a:rPr>
              <a:t>this </a:t>
            </a:r>
            <a:r>
              <a:rPr sz="2800" spc="165" dirty="0">
                <a:latin typeface="Rockwell" panose="02060603020205020403" pitchFamily="18" charset="0"/>
                <a:cs typeface="Trebuchet MS"/>
              </a:rPr>
              <a:t>by </a:t>
            </a:r>
            <a:r>
              <a:rPr sz="2800" spc="30" dirty="0">
                <a:latin typeface="Rockwell" panose="02060603020205020403" pitchFamily="18" charset="0"/>
                <a:cs typeface="Trebuchet MS"/>
              </a:rPr>
              <a:t>waiting </a:t>
            </a:r>
            <a:r>
              <a:rPr sz="2800" dirty="0">
                <a:latin typeface="Rockwell" panose="02060603020205020403" pitchFamily="18" charset="0"/>
                <a:cs typeface="Trebuchet MS"/>
              </a:rPr>
              <a:t>for </a:t>
            </a:r>
            <a:r>
              <a:rPr sz="2800" spc="225" dirty="0">
                <a:latin typeface="Rockwell" panose="02060603020205020403" pitchFamily="18" charset="0"/>
                <a:cs typeface="Trebuchet MS"/>
              </a:rPr>
              <a:t>WB </a:t>
            </a:r>
            <a:r>
              <a:rPr sz="2800" spc="-90" dirty="0">
                <a:latin typeface="Rockwell" panose="02060603020205020403" pitchFamily="18" charset="0"/>
                <a:cs typeface="Trebuchet MS"/>
              </a:rPr>
              <a:t>to </a:t>
            </a:r>
            <a:r>
              <a:rPr sz="2800" spc="5" dirty="0">
                <a:latin typeface="Rockwell" panose="02060603020205020403" pitchFamily="18" charset="0"/>
                <a:cs typeface="Trebuchet MS"/>
              </a:rPr>
              <a:t>write </a:t>
            </a:r>
            <a:r>
              <a:rPr sz="2800" spc="-90" dirty="0">
                <a:latin typeface="Rockwell" panose="02060603020205020403" pitchFamily="18" charset="0"/>
                <a:cs typeface="Trebuchet MS"/>
              </a:rPr>
              <a:t>to </a:t>
            </a:r>
            <a:r>
              <a:rPr sz="2800" spc="30" dirty="0">
                <a:latin typeface="Rockwell" panose="02060603020205020403" pitchFamily="18" charset="0"/>
                <a:cs typeface="Trebuchet MS"/>
              </a:rPr>
              <a:t>registers. </a:t>
            </a:r>
            <a:r>
              <a:rPr sz="2800" spc="114" dirty="0">
                <a:latin typeface="Rockwell" panose="02060603020205020403" pitchFamily="18" charset="0"/>
                <a:cs typeface="Trebuchet MS"/>
              </a:rPr>
              <a:t>So </a:t>
            </a:r>
            <a:r>
              <a:rPr sz="2800" spc="85" dirty="0">
                <a:latin typeface="Rockwell" panose="02060603020205020403" pitchFamily="18" charset="0"/>
                <a:cs typeface="Trebuchet MS"/>
              </a:rPr>
              <a:t>no </a:t>
            </a:r>
            <a:r>
              <a:rPr sz="2800" spc="300" dirty="0">
                <a:latin typeface="Rockwell" panose="02060603020205020403" pitchFamily="18" charset="0"/>
                <a:cs typeface="Trebuchet MS"/>
              </a:rPr>
              <a:t>WAW </a:t>
            </a:r>
            <a:r>
              <a:rPr sz="2800" spc="20" dirty="0">
                <a:latin typeface="Rockwell" panose="02060603020205020403" pitchFamily="18" charset="0"/>
                <a:cs typeface="Trebuchet MS"/>
              </a:rPr>
              <a:t>hazard </a:t>
            </a:r>
            <a:r>
              <a:rPr sz="2800" spc="40" dirty="0">
                <a:latin typeface="Rockwell" panose="02060603020205020403" pitchFamily="18" charset="0"/>
                <a:cs typeface="Trebuchet MS"/>
              </a:rPr>
              <a:t>in  </a:t>
            </a:r>
            <a:r>
              <a:rPr sz="2800" spc="100" dirty="0">
                <a:latin typeface="Rockwell" panose="02060603020205020403" pitchFamily="18" charset="0"/>
                <a:cs typeface="Trebuchet MS"/>
              </a:rPr>
              <a:t>DLX.</a:t>
            </a:r>
            <a:endParaRPr sz="2800" dirty="0">
              <a:latin typeface="Rockwell" panose="02060603020205020403" pitchFamily="18" charset="0"/>
              <a:cs typeface="Trebuchet MS"/>
            </a:endParaRPr>
          </a:p>
          <a:p>
            <a:pPr marL="355600" marR="5715" indent="-342900" algn="just">
              <a:lnSpc>
                <a:spcPts val="3020"/>
              </a:lnSpc>
              <a:spcBef>
                <a:spcPts val="1025"/>
              </a:spcBef>
              <a:buFont typeface="Arial"/>
              <a:buChar char="•"/>
              <a:tabLst>
                <a:tab pos="415290" algn="l"/>
              </a:tabLst>
            </a:pPr>
            <a:r>
              <a:rPr sz="2800" b="1" spc="220" dirty="0">
                <a:solidFill>
                  <a:srgbClr val="3B11ED"/>
                </a:solidFill>
                <a:latin typeface="Rockwell" panose="02060603020205020403" pitchFamily="18" charset="0"/>
                <a:cs typeface="Trebuchet MS"/>
              </a:rPr>
              <a:t>WAR</a:t>
            </a:r>
            <a:r>
              <a:rPr sz="2800" spc="220" dirty="0">
                <a:latin typeface="Rockwell" panose="02060603020205020403" pitchFamily="18" charset="0"/>
                <a:cs typeface="Trebuchet MS"/>
              </a:rPr>
              <a:t> </a:t>
            </a:r>
            <a:r>
              <a:rPr sz="2800" spc="-40" dirty="0">
                <a:latin typeface="Rockwell" panose="02060603020205020403" pitchFamily="18" charset="0"/>
                <a:cs typeface="Trebuchet MS"/>
              </a:rPr>
              <a:t>- </a:t>
            </a:r>
            <a:r>
              <a:rPr sz="2800" spc="75" dirty="0">
                <a:latin typeface="Rockwell" panose="02060603020205020403" pitchFamily="18" charset="0"/>
                <a:cs typeface="Trebuchet MS"/>
              </a:rPr>
              <a:t>Write </a:t>
            </a:r>
            <a:r>
              <a:rPr sz="2800" spc="-65" dirty="0">
                <a:latin typeface="Rockwell" panose="02060603020205020403" pitchFamily="18" charset="0"/>
                <a:cs typeface="Trebuchet MS"/>
              </a:rPr>
              <a:t>after </a:t>
            </a:r>
            <a:r>
              <a:rPr sz="2800" spc="25" dirty="0">
                <a:latin typeface="Rockwell" panose="02060603020205020403" pitchFamily="18" charset="0"/>
                <a:cs typeface="Trebuchet MS"/>
              </a:rPr>
              <a:t>Read: </a:t>
            </a:r>
            <a:r>
              <a:rPr sz="2800" spc="-15" dirty="0">
                <a:latin typeface="Rockwell" panose="02060603020205020403" pitchFamily="18" charset="0"/>
                <a:cs typeface="Trebuchet MS"/>
              </a:rPr>
              <a:t>inst </a:t>
            </a:r>
            <a:r>
              <a:rPr sz="2800" spc="-210" dirty="0">
                <a:latin typeface="Rockwell" panose="02060603020205020403" pitchFamily="18" charset="0"/>
                <a:cs typeface="Trebuchet MS"/>
              </a:rPr>
              <a:t>j </a:t>
            </a:r>
            <a:r>
              <a:rPr sz="2800" spc="20" dirty="0">
                <a:latin typeface="Rockwell" panose="02060603020205020403" pitchFamily="18" charset="0"/>
                <a:cs typeface="Trebuchet MS"/>
              </a:rPr>
              <a:t>tries </a:t>
            </a:r>
            <a:r>
              <a:rPr sz="2800" spc="-85" dirty="0">
                <a:latin typeface="Rockwell" panose="02060603020205020403" pitchFamily="18" charset="0"/>
                <a:cs typeface="Trebuchet MS"/>
              </a:rPr>
              <a:t>to </a:t>
            </a:r>
            <a:r>
              <a:rPr sz="2800" spc="5" dirty="0">
                <a:latin typeface="Rockwell" panose="02060603020205020403" pitchFamily="18" charset="0"/>
                <a:cs typeface="Trebuchet MS"/>
              </a:rPr>
              <a:t>write </a:t>
            </a:r>
            <a:r>
              <a:rPr sz="2800" spc="10" dirty="0">
                <a:latin typeface="Rockwell" panose="02060603020205020403" pitchFamily="18" charset="0"/>
                <a:cs typeface="Trebuchet MS"/>
              </a:rPr>
              <a:t>a </a:t>
            </a:r>
            <a:r>
              <a:rPr sz="2800" spc="15" dirty="0">
                <a:latin typeface="Rockwell" panose="02060603020205020403" pitchFamily="18" charset="0"/>
                <a:cs typeface="Trebuchet MS"/>
              </a:rPr>
              <a:t>destination </a:t>
            </a:r>
            <a:r>
              <a:rPr sz="2800" spc="40" dirty="0">
                <a:latin typeface="Rockwell" panose="02060603020205020403" pitchFamily="18" charset="0"/>
                <a:cs typeface="Trebuchet MS"/>
              </a:rPr>
              <a:t>before </a:t>
            </a:r>
            <a:r>
              <a:rPr sz="2800" spc="-130" dirty="0">
                <a:latin typeface="Rockwell" panose="02060603020205020403" pitchFamily="18" charset="0"/>
                <a:cs typeface="Trebuchet MS"/>
              </a:rPr>
              <a:t>it</a:t>
            </a:r>
            <a:r>
              <a:rPr sz="2800" spc="-305" dirty="0">
                <a:latin typeface="Rockwell" panose="02060603020205020403" pitchFamily="18" charset="0"/>
                <a:cs typeface="Trebuchet MS"/>
              </a:rPr>
              <a:t> </a:t>
            </a:r>
            <a:r>
              <a:rPr sz="2800" spc="75" dirty="0">
                <a:latin typeface="Rockwell" panose="02060603020205020403" pitchFamily="18" charset="0"/>
                <a:cs typeface="Trebuchet MS"/>
              </a:rPr>
              <a:t>is  </a:t>
            </a:r>
            <a:r>
              <a:rPr sz="2800" spc="45" dirty="0">
                <a:latin typeface="Rockwell" panose="02060603020205020403" pitchFamily="18" charset="0"/>
                <a:cs typeface="Trebuchet MS"/>
              </a:rPr>
              <a:t>read </a:t>
            </a:r>
            <a:r>
              <a:rPr sz="2800" spc="165" dirty="0">
                <a:latin typeface="Rockwell" panose="02060603020205020403" pitchFamily="18" charset="0"/>
                <a:cs typeface="Trebuchet MS"/>
              </a:rPr>
              <a:t>by </a:t>
            </a:r>
            <a:r>
              <a:rPr sz="2800" spc="-55" dirty="0">
                <a:latin typeface="Rockwell" panose="02060603020205020403" pitchFamily="18" charset="0"/>
                <a:cs typeface="Trebuchet MS"/>
              </a:rPr>
              <a:t>I, </a:t>
            </a:r>
            <a:r>
              <a:rPr sz="2800" spc="120" dirty="0">
                <a:latin typeface="Rockwell" panose="02060603020205020403" pitchFamily="18" charset="0"/>
                <a:cs typeface="Trebuchet MS"/>
              </a:rPr>
              <a:t>so </a:t>
            </a:r>
            <a:r>
              <a:rPr sz="2800" spc="95" dirty="0">
                <a:latin typeface="Rockwell" panose="02060603020205020403" pitchFamily="18" charset="0"/>
                <a:cs typeface="Trebuchet MS"/>
              </a:rPr>
              <a:t>I </a:t>
            </a:r>
            <a:r>
              <a:rPr sz="2800" spc="25" dirty="0">
                <a:latin typeface="Rockwell" panose="02060603020205020403" pitchFamily="18" charset="0"/>
                <a:cs typeface="Trebuchet MS"/>
              </a:rPr>
              <a:t>incorrectly </a:t>
            </a:r>
            <a:r>
              <a:rPr sz="2800" spc="55" dirty="0">
                <a:latin typeface="Rockwell" panose="02060603020205020403" pitchFamily="18" charset="0"/>
                <a:cs typeface="Trebuchet MS"/>
              </a:rPr>
              <a:t>gets </a:t>
            </a:r>
            <a:r>
              <a:rPr sz="2800" spc="-35" dirty="0">
                <a:latin typeface="Rockwell" panose="02060603020205020403" pitchFamily="18" charset="0"/>
                <a:cs typeface="Trebuchet MS"/>
              </a:rPr>
              <a:t>its </a:t>
            </a:r>
            <a:r>
              <a:rPr sz="2800" spc="-10" dirty="0">
                <a:latin typeface="Rockwell" panose="02060603020205020403" pitchFamily="18" charset="0"/>
                <a:cs typeface="Trebuchet MS"/>
              </a:rPr>
              <a:t>value. </a:t>
            </a:r>
            <a:r>
              <a:rPr sz="2800" spc="55" dirty="0">
                <a:latin typeface="Rockwell" panose="02060603020205020403" pitchFamily="18" charset="0"/>
                <a:cs typeface="Trebuchet MS"/>
              </a:rPr>
              <a:t>This </a:t>
            </a:r>
            <a:r>
              <a:rPr sz="2800" spc="10" dirty="0">
                <a:latin typeface="Rockwell" panose="02060603020205020403" pitchFamily="18" charset="0"/>
                <a:cs typeface="Trebuchet MS"/>
              </a:rPr>
              <a:t>cannot </a:t>
            </a:r>
            <a:r>
              <a:rPr sz="2800" spc="100" dirty="0">
                <a:latin typeface="Rockwell" panose="02060603020205020403" pitchFamily="18" charset="0"/>
                <a:cs typeface="Trebuchet MS"/>
              </a:rPr>
              <a:t>happen </a:t>
            </a:r>
            <a:r>
              <a:rPr sz="2800" spc="35" dirty="0">
                <a:latin typeface="Rockwell" panose="02060603020205020403" pitchFamily="18" charset="0"/>
                <a:cs typeface="Trebuchet MS"/>
              </a:rPr>
              <a:t>in </a:t>
            </a:r>
            <a:r>
              <a:rPr sz="2800" spc="210" dirty="0">
                <a:latin typeface="Rockwell" panose="02060603020205020403" pitchFamily="18" charset="0"/>
                <a:cs typeface="Trebuchet MS"/>
              </a:rPr>
              <a:t>DLX  </a:t>
            </a:r>
            <a:r>
              <a:rPr sz="2800" spc="75" dirty="0">
                <a:latin typeface="Rockwell" panose="02060603020205020403" pitchFamily="18" charset="0"/>
                <a:cs typeface="Trebuchet MS"/>
              </a:rPr>
              <a:t>since</a:t>
            </a:r>
            <a:r>
              <a:rPr sz="2800" spc="-160" dirty="0">
                <a:latin typeface="Rockwell" panose="02060603020205020403" pitchFamily="18" charset="0"/>
                <a:cs typeface="Trebuchet MS"/>
              </a:rPr>
              <a:t> </a:t>
            </a:r>
            <a:r>
              <a:rPr sz="2800" spc="-5" dirty="0">
                <a:latin typeface="Rockwell" panose="02060603020205020403" pitchFamily="18" charset="0"/>
                <a:cs typeface="Trebuchet MS"/>
              </a:rPr>
              <a:t>all</a:t>
            </a:r>
            <a:r>
              <a:rPr sz="2800" spc="-150" dirty="0">
                <a:latin typeface="Rockwell" panose="02060603020205020403" pitchFamily="18" charset="0"/>
                <a:cs typeface="Trebuchet MS"/>
              </a:rPr>
              <a:t> </a:t>
            </a:r>
            <a:r>
              <a:rPr sz="2800" spc="-10" dirty="0">
                <a:latin typeface="Rockwell" panose="02060603020205020403" pitchFamily="18" charset="0"/>
                <a:cs typeface="Trebuchet MS"/>
              </a:rPr>
              <a:t>inst</a:t>
            </a:r>
            <a:r>
              <a:rPr sz="2800" spc="-150" dirty="0">
                <a:latin typeface="Rockwell" panose="02060603020205020403" pitchFamily="18" charset="0"/>
                <a:cs typeface="Trebuchet MS"/>
              </a:rPr>
              <a:t> </a:t>
            </a:r>
            <a:r>
              <a:rPr sz="2800" spc="45" dirty="0">
                <a:latin typeface="Rockwell" panose="02060603020205020403" pitchFamily="18" charset="0"/>
                <a:cs typeface="Trebuchet MS"/>
              </a:rPr>
              <a:t>read</a:t>
            </a:r>
            <a:r>
              <a:rPr sz="2800" spc="-140" dirty="0">
                <a:latin typeface="Rockwell" panose="02060603020205020403" pitchFamily="18" charset="0"/>
                <a:cs typeface="Trebuchet MS"/>
              </a:rPr>
              <a:t> </a:t>
            </a:r>
            <a:r>
              <a:rPr sz="2800" spc="40" dirty="0">
                <a:latin typeface="Rockwell" panose="02060603020205020403" pitchFamily="18" charset="0"/>
                <a:cs typeface="Trebuchet MS"/>
              </a:rPr>
              <a:t>early</a:t>
            </a:r>
            <a:r>
              <a:rPr sz="2800" spc="-145" dirty="0">
                <a:latin typeface="Rockwell" panose="02060603020205020403" pitchFamily="18" charset="0"/>
                <a:cs typeface="Trebuchet MS"/>
              </a:rPr>
              <a:t> </a:t>
            </a:r>
            <a:r>
              <a:rPr sz="2800" spc="110" dirty="0">
                <a:latin typeface="Rockwell" panose="02060603020205020403" pitchFamily="18" charset="0"/>
                <a:cs typeface="Trebuchet MS"/>
              </a:rPr>
              <a:t>(ID)</a:t>
            </a:r>
            <a:r>
              <a:rPr sz="2800" spc="-140" dirty="0">
                <a:latin typeface="Rockwell" panose="02060603020205020403" pitchFamily="18" charset="0"/>
                <a:cs typeface="Trebuchet MS"/>
              </a:rPr>
              <a:t> </a:t>
            </a:r>
            <a:r>
              <a:rPr sz="2800" dirty="0">
                <a:latin typeface="Rockwell" panose="02060603020205020403" pitchFamily="18" charset="0"/>
                <a:cs typeface="Trebuchet MS"/>
              </a:rPr>
              <a:t>but</a:t>
            </a:r>
            <a:r>
              <a:rPr sz="2800" spc="-145" dirty="0">
                <a:latin typeface="Rockwell" panose="02060603020205020403" pitchFamily="18" charset="0"/>
                <a:cs typeface="Trebuchet MS"/>
              </a:rPr>
              <a:t> </a:t>
            </a:r>
            <a:r>
              <a:rPr sz="2800" spc="5" dirty="0">
                <a:latin typeface="Rockwell" panose="02060603020205020403" pitchFamily="18" charset="0"/>
                <a:cs typeface="Trebuchet MS"/>
              </a:rPr>
              <a:t>write</a:t>
            </a:r>
            <a:r>
              <a:rPr sz="2800" spc="-145" dirty="0">
                <a:latin typeface="Rockwell" panose="02060603020205020403" pitchFamily="18" charset="0"/>
                <a:cs typeface="Trebuchet MS"/>
              </a:rPr>
              <a:t> </a:t>
            </a:r>
            <a:r>
              <a:rPr sz="2800" spc="-50" dirty="0">
                <a:latin typeface="Rockwell" panose="02060603020205020403" pitchFamily="18" charset="0"/>
                <a:cs typeface="Trebuchet MS"/>
              </a:rPr>
              <a:t>late</a:t>
            </a:r>
            <a:r>
              <a:rPr sz="2800" spc="-145" dirty="0">
                <a:latin typeface="Rockwell" panose="02060603020205020403" pitchFamily="18" charset="0"/>
                <a:cs typeface="Trebuchet MS"/>
              </a:rPr>
              <a:t> </a:t>
            </a:r>
            <a:r>
              <a:rPr sz="2800" spc="55" dirty="0">
                <a:latin typeface="Rockwell" panose="02060603020205020403" pitchFamily="18" charset="0"/>
                <a:cs typeface="Trebuchet MS"/>
              </a:rPr>
              <a:t>(WB).</a:t>
            </a:r>
            <a:endParaRPr sz="2800" dirty="0">
              <a:latin typeface="Rockwell" panose="02060603020205020403" pitchFamily="18" charset="0"/>
              <a:cs typeface="Trebuchet MS"/>
            </a:endParaRPr>
          </a:p>
          <a:p>
            <a:pPr marL="355600" marR="5080" indent="-342900" algn="just">
              <a:lnSpc>
                <a:spcPts val="3020"/>
              </a:lnSpc>
              <a:spcBef>
                <a:spcPts val="1010"/>
              </a:spcBef>
              <a:buFont typeface="Arial"/>
              <a:buChar char="•"/>
              <a:tabLst>
                <a:tab pos="355600" algn="l"/>
              </a:tabLst>
            </a:pPr>
            <a:r>
              <a:rPr sz="2800" spc="-60" dirty="0">
                <a:latin typeface="Rockwell" panose="02060603020205020403" pitchFamily="18" charset="0"/>
                <a:cs typeface="Trebuchet MS"/>
              </a:rPr>
              <a:t>But </a:t>
            </a:r>
            <a:r>
              <a:rPr sz="2800" b="1" spc="300" dirty="0">
                <a:latin typeface="Rockwell" panose="02060603020205020403" pitchFamily="18" charset="0"/>
                <a:cs typeface="Trebuchet MS"/>
              </a:rPr>
              <a:t>WAW</a:t>
            </a:r>
            <a:r>
              <a:rPr sz="2800" spc="300" dirty="0">
                <a:latin typeface="Rockwell" panose="02060603020205020403" pitchFamily="18" charset="0"/>
                <a:cs typeface="Trebuchet MS"/>
              </a:rPr>
              <a:t> </a:t>
            </a:r>
            <a:r>
              <a:rPr sz="2800" spc="105" dirty="0">
                <a:latin typeface="Rockwell" panose="02060603020205020403" pitchFamily="18" charset="0"/>
                <a:cs typeface="Trebuchet MS"/>
              </a:rPr>
              <a:t>happens </a:t>
            </a:r>
            <a:r>
              <a:rPr sz="2800" spc="35" dirty="0">
                <a:latin typeface="Rockwell" panose="02060603020205020403" pitchFamily="18" charset="0"/>
                <a:cs typeface="Trebuchet MS"/>
              </a:rPr>
              <a:t>in </a:t>
            </a:r>
            <a:r>
              <a:rPr sz="2800" spc="90" dirty="0">
                <a:latin typeface="Rockwell" panose="02060603020205020403" pitchFamily="18" charset="0"/>
                <a:cs typeface="Trebuchet MS"/>
              </a:rPr>
              <a:t>complex </a:t>
            </a:r>
            <a:r>
              <a:rPr sz="2800" spc="10" dirty="0">
                <a:latin typeface="Rockwell" panose="02060603020205020403" pitchFamily="18" charset="0"/>
                <a:cs typeface="Trebuchet MS"/>
              </a:rPr>
              <a:t>instruction </a:t>
            </a:r>
            <a:r>
              <a:rPr sz="2800" spc="25" dirty="0">
                <a:latin typeface="Rockwell" panose="02060603020205020403" pitchFamily="18" charset="0"/>
                <a:cs typeface="Trebuchet MS"/>
              </a:rPr>
              <a:t>sets </a:t>
            </a:r>
            <a:r>
              <a:rPr sz="2800" spc="-110" dirty="0">
                <a:latin typeface="Rockwell" panose="02060603020205020403" pitchFamily="18" charset="0"/>
                <a:cs typeface="Trebuchet MS"/>
              </a:rPr>
              <a:t>that </a:t>
            </a:r>
            <a:r>
              <a:rPr sz="2800" spc="40" dirty="0">
                <a:latin typeface="Rockwell" panose="02060603020205020403" pitchFamily="18" charset="0"/>
                <a:cs typeface="Trebuchet MS"/>
              </a:rPr>
              <a:t>have </a:t>
            </a:r>
            <a:r>
              <a:rPr sz="2800" spc="-30" dirty="0">
                <a:latin typeface="Rockwell" panose="02060603020205020403" pitchFamily="18" charset="0"/>
                <a:cs typeface="Trebuchet MS"/>
              </a:rPr>
              <a:t>auto-  </a:t>
            </a:r>
            <a:r>
              <a:rPr sz="2800" spc="10" dirty="0">
                <a:latin typeface="Rockwell" panose="02060603020205020403" pitchFamily="18" charset="0"/>
                <a:cs typeface="Trebuchet MS"/>
              </a:rPr>
              <a:t>increment </a:t>
            </a:r>
            <a:r>
              <a:rPr sz="2800" spc="110" dirty="0">
                <a:latin typeface="Rockwell" panose="02060603020205020403" pitchFamily="18" charset="0"/>
                <a:cs typeface="Trebuchet MS"/>
              </a:rPr>
              <a:t>mode </a:t>
            </a:r>
            <a:r>
              <a:rPr sz="2800" spc="90" dirty="0">
                <a:latin typeface="Rockwell" panose="02060603020205020403" pitchFamily="18" charset="0"/>
                <a:cs typeface="Trebuchet MS"/>
              </a:rPr>
              <a:t>and </a:t>
            </a:r>
            <a:r>
              <a:rPr sz="2800" spc="25" dirty="0">
                <a:latin typeface="Rockwell" panose="02060603020205020403" pitchFamily="18" charset="0"/>
                <a:cs typeface="Trebuchet MS"/>
              </a:rPr>
              <a:t>require </a:t>
            </a:r>
            <a:r>
              <a:rPr sz="2800" spc="95" dirty="0">
                <a:latin typeface="Rockwell" panose="02060603020205020403" pitchFamily="18" charset="0"/>
                <a:cs typeface="Trebuchet MS"/>
              </a:rPr>
              <a:t>operands </a:t>
            </a:r>
            <a:r>
              <a:rPr sz="2800" spc="-90" dirty="0">
                <a:latin typeface="Rockwell" panose="02060603020205020403" pitchFamily="18" charset="0"/>
                <a:cs typeface="Trebuchet MS"/>
              </a:rPr>
              <a:t>to</a:t>
            </a:r>
            <a:r>
              <a:rPr sz="2800" spc="660" dirty="0">
                <a:latin typeface="Rockwell" panose="02060603020205020403" pitchFamily="18" charset="0"/>
                <a:cs typeface="Trebuchet MS"/>
              </a:rPr>
              <a:t> </a:t>
            </a:r>
            <a:r>
              <a:rPr sz="2800" spc="160" dirty="0">
                <a:latin typeface="Rockwell" panose="02060603020205020403" pitchFamily="18" charset="0"/>
                <a:cs typeface="Trebuchet MS"/>
              </a:rPr>
              <a:t>be </a:t>
            </a:r>
            <a:r>
              <a:rPr sz="2800" spc="45" dirty="0">
                <a:latin typeface="Rockwell" panose="02060603020205020403" pitchFamily="18" charset="0"/>
                <a:cs typeface="Trebuchet MS"/>
              </a:rPr>
              <a:t>read </a:t>
            </a:r>
            <a:r>
              <a:rPr sz="2800" spc="-50" dirty="0">
                <a:latin typeface="Rockwell" panose="02060603020205020403" pitchFamily="18" charset="0"/>
                <a:cs typeface="Trebuchet MS"/>
              </a:rPr>
              <a:t>late </a:t>
            </a:r>
            <a:r>
              <a:rPr sz="2800" spc="80" dirty="0">
                <a:latin typeface="Rockwell" panose="02060603020205020403" pitchFamily="18" charset="0"/>
                <a:cs typeface="Trebuchet MS"/>
              </a:rPr>
              <a:t>cycle  </a:t>
            </a:r>
            <a:r>
              <a:rPr sz="2800" spc="90" dirty="0">
                <a:latin typeface="Rockwell" panose="02060603020205020403" pitchFamily="18" charset="0"/>
                <a:cs typeface="Trebuchet MS"/>
              </a:rPr>
              <a:t>experience</a:t>
            </a:r>
            <a:r>
              <a:rPr sz="2800" spc="-415" dirty="0">
                <a:latin typeface="Rockwell" panose="02060603020205020403" pitchFamily="18" charset="0"/>
                <a:cs typeface="Trebuchet MS"/>
              </a:rPr>
              <a:t> </a:t>
            </a:r>
            <a:r>
              <a:rPr sz="2800" spc="60" dirty="0">
                <a:latin typeface="Rockwell" panose="02060603020205020403" pitchFamily="18" charset="0"/>
                <a:cs typeface="Trebuchet MS"/>
              </a:rPr>
              <a:t>WAW.</a:t>
            </a:r>
            <a:endParaRPr sz="2800" dirty="0">
              <a:latin typeface="Rockwell" panose="02060603020205020403" pitchFamily="18" charset="0"/>
              <a:cs typeface="Trebuchet MS"/>
            </a:endParaRPr>
          </a:p>
        </p:txBody>
      </p:sp>
    </p:spTree>
    <p:extLst>
      <p:ext uri="{BB962C8B-B14F-4D97-AF65-F5344CB8AC3E}">
        <p14:creationId xmlns:p14="http://schemas.microsoft.com/office/powerpoint/2010/main" val="30501003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58576" y="1341500"/>
            <a:ext cx="46367" cy="0"/>
          </a:xfrm>
          <a:custGeom>
            <a:avLst/>
            <a:gdLst/>
            <a:ahLst/>
            <a:cxnLst/>
            <a:rect l="l" t="t" r="r" b="b"/>
            <a:pathLst>
              <a:path w="46354">
                <a:moveTo>
                  <a:pt x="0" y="0"/>
                </a:moveTo>
                <a:lnTo>
                  <a:pt x="46037" y="0"/>
                </a:lnTo>
              </a:path>
            </a:pathLst>
          </a:custGeom>
          <a:ln w="28575">
            <a:solidFill>
              <a:srgbClr val="C00000"/>
            </a:solidFill>
          </a:ln>
        </p:spPr>
        <p:txBody>
          <a:bodyPr wrap="square" lIns="0" tIns="0" rIns="0" bIns="0" rtlCol="0"/>
          <a:lstStyle/>
          <a:p>
            <a:endParaRPr/>
          </a:p>
        </p:txBody>
      </p:sp>
      <p:sp>
        <p:nvSpPr>
          <p:cNvPr id="3" name="object 3"/>
          <p:cNvSpPr txBox="1">
            <a:spLocks noGrp="1"/>
          </p:cNvSpPr>
          <p:nvPr>
            <p:ph type="title"/>
          </p:nvPr>
        </p:nvSpPr>
        <p:spPr>
          <a:xfrm>
            <a:off x="284572" y="125549"/>
            <a:ext cx="11560010" cy="628377"/>
          </a:xfrm>
          <a:prstGeom prst="rect">
            <a:avLst/>
          </a:prstGeom>
        </p:spPr>
        <p:txBody>
          <a:bodyPr vert="horz" wrap="square" lIns="0" tIns="12700" rIns="0" bIns="0" rtlCol="0">
            <a:spAutoFit/>
          </a:bodyPr>
          <a:lstStyle/>
          <a:p>
            <a:pPr marL="12700" algn="ctr">
              <a:lnSpc>
                <a:spcPct val="100000"/>
              </a:lnSpc>
              <a:spcBef>
                <a:spcPts val="100"/>
              </a:spcBef>
            </a:pPr>
            <a:r>
              <a:rPr sz="4000" spc="-245" dirty="0">
                <a:latin typeface="Rockwell" panose="02060603020205020403" pitchFamily="18" charset="0"/>
              </a:rPr>
              <a:t>Data </a:t>
            </a:r>
            <a:r>
              <a:rPr sz="4000" spc="-285" dirty="0">
                <a:latin typeface="Rockwell" panose="02060603020205020403" pitchFamily="18" charset="0"/>
              </a:rPr>
              <a:t>Hazard</a:t>
            </a:r>
            <a:r>
              <a:rPr sz="4000" spc="-430" dirty="0">
                <a:latin typeface="Rockwell" panose="02060603020205020403" pitchFamily="18" charset="0"/>
              </a:rPr>
              <a:t> </a:t>
            </a:r>
            <a:r>
              <a:rPr lang="en-GB" sz="4000" spc="-185" dirty="0">
                <a:latin typeface="Rockwell" panose="02060603020205020403" pitchFamily="18" charset="0"/>
              </a:rPr>
              <a:t>Classifications</a:t>
            </a:r>
            <a:endParaRPr sz="4000" spc="-185" dirty="0">
              <a:latin typeface="Rockwell" panose="02060603020205020403" pitchFamily="18" charset="0"/>
            </a:endParaRPr>
          </a:p>
        </p:txBody>
      </p:sp>
      <p:sp>
        <p:nvSpPr>
          <p:cNvPr id="5" name="object 5"/>
          <p:cNvSpPr txBox="1">
            <a:spLocks noGrp="1"/>
          </p:cNvSpPr>
          <p:nvPr>
            <p:ph type="sldNum" sz="quarter" idx="4294967295"/>
          </p:nvPr>
        </p:nvSpPr>
        <p:spPr>
          <a:xfrm>
            <a:off x="11219306" y="6405384"/>
            <a:ext cx="556404" cy="410369"/>
          </a:xfrm>
          <a:prstGeom prst="rect">
            <a:avLst/>
          </a:prstGeom>
        </p:spPr>
        <p:txBody>
          <a:bodyPr vert="horz" wrap="square" lIns="0" tIns="0" rIns="0" bIns="0" rtlCol="0">
            <a:spAutoFit/>
          </a:bodyPr>
          <a:lstStyle/>
          <a:p>
            <a:pPr marL="38100">
              <a:lnSpc>
                <a:spcPts val="3225"/>
              </a:lnSpc>
            </a:pPr>
            <a:fld id="{81D60167-4931-47E6-BA6A-407CBD079E47}" type="slidenum">
              <a:rPr spc="-5" dirty="0"/>
              <a:t>36</a:t>
            </a:fld>
            <a:endParaRPr spc="-5" dirty="0"/>
          </a:p>
        </p:txBody>
      </p:sp>
      <p:sp>
        <p:nvSpPr>
          <p:cNvPr id="4" name="object 4"/>
          <p:cNvSpPr txBox="1"/>
          <p:nvPr/>
        </p:nvSpPr>
        <p:spPr>
          <a:xfrm>
            <a:off x="302724" y="838200"/>
            <a:ext cx="11560010" cy="2387192"/>
          </a:xfrm>
          <a:prstGeom prst="rect">
            <a:avLst/>
          </a:prstGeom>
          <a:solidFill>
            <a:schemeClr val="tx2">
              <a:lumMod val="20000"/>
              <a:lumOff val="80000"/>
            </a:schemeClr>
          </a:solidFill>
        </p:spPr>
        <p:txBody>
          <a:bodyPr vert="horz" wrap="square" lIns="0" tIns="139065" rIns="0" bIns="0" rtlCol="0">
            <a:spAutoFit/>
          </a:bodyPr>
          <a:lstStyle/>
          <a:p>
            <a:pPr lvl="1" algn="just"/>
            <a:r>
              <a:rPr lang="en-US" sz="2800" dirty="0"/>
              <a:t>Describe each of the following categories of Data Hazards: </a:t>
            </a:r>
            <a:r>
              <a:rPr lang="en-US" sz="2800" b="1" dirty="0"/>
              <a:t>RAW, WAR, WAW</a:t>
            </a:r>
            <a:r>
              <a:rPr lang="en-US" sz="2800" dirty="0"/>
              <a:t>. Using  (I – iii) below state which is </a:t>
            </a:r>
            <a:r>
              <a:rPr lang="en-US" sz="2800" b="1" dirty="0"/>
              <a:t>RAW, WAR or WAW </a:t>
            </a:r>
            <a:r>
              <a:rPr lang="en-US" sz="2800" dirty="0"/>
              <a:t>and indicate how each occurs using an arrow.  </a:t>
            </a:r>
            <a:r>
              <a:rPr lang="en-US" dirty="0"/>
              <a:t>						</a:t>
            </a:r>
            <a:endParaRPr lang="en-US" sz="1600" dirty="0"/>
          </a:p>
          <a:p>
            <a:r>
              <a:rPr lang="en-US" dirty="0"/>
              <a:t> </a:t>
            </a:r>
            <a:endParaRPr lang="en-US" sz="1600" dirty="0"/>
          </a:p>
          <a:p>
            <a:pPr lvl="0"/>
            <a:r>
              <a:rPr lang="en-US" b="1" dirty="0"/>
              <a:t>	R3 </a:t>
            </a:r>
            <a:r>
              <a:rPr lang="en-US" b="1" dirty="0">
                <a:sym typeface="Wingdings"/>
              </a:rPr>
              <a:t></a:t>
            </a:r>
            <a:r>
              <a:rPr lang="en-US" b="1" dirty="0"/>
              <a:t> R1 op R2	ii)	R3 </a:t>
            </a:r>
            <a:r>
              <a:rPr lang="en-US" b="1" dirty="0">
                <a:sym typeface="Wingdings"/>
              </a:rPr>
              <a:t></a:t>
            </a:r>
            <a:r>
              <a:rPr lang="en-US" b="1" dirty="0"/>
              <a:t> R1 op R2	iii)	R3 </a:t>
            </a:r>
            <a:r>
              <a:rPr lang="en-US" b="1" dirty="0">
                <a:sym typeface="Wingdings"/>
              </a:rPr>
              <a:t></a:t>
            </a:r>
            <a:r>
              <a:rPr lang="en-US" b="1" dirty="0"/>
              <a:t> R1 op R2	 </a:t>
            </a:r>
            <a:endParaRPr lang="en-US" sz="1600" dirty="0"/>
          </a:p>
          <a:p>
            <a:r>
              <a:rPr lang="en-US" b="1" dirty="0"/>
              <a:t>	R5 </a:t>
            </a:r>
            <a:r>
              <a:rPr lang="en-US" b="1" dirty="0">
                <a:sym typeface="Wingdings"/>
              </a:rPr>
              <a:t></a:t>
            </a:r>
            <a:r>
              <a:rPr lang="en-US" b="1" dirty="0"/>
              <a:t> R3 op R4		R1 </a:t>
            </a:r>
            <a:r>
              <a:rPr lang="en-US" b="1" dirty="0">
                <a:sym typeface="Wingdings"/>
              </a:rPr>
              <a:t></a:t>
            </a:r>
            <a:r>
              <a:rPr lang="en-US" b="1" dirty="0"/>
              <a:t> R4 op R5		R3 </a:t>
            </a:r>
            <a:r>
              <a:rPr lang="en-US" b="1" dirty="0">
                <a:sym typeface="Wingdings"/>
              </a:rPr>
              <a:t></a:t>
            </a:r>
            <a:r>
              <a:rPr lang="en-US" b="1" dirty="0"/>
              <a:t> R6 op R7</a:t>
            </a:r>
            <a:endParaRPr lang="en-US" sz="1600" dirty="0"/>
          </a:p>
          <a:p>
            <a:r>
              <a:rPr lang="en-US" sz="800" b="1" dirty="0"/>
              <a:t> </a:t>
            </a:r>
            <a:endParaRPr lang="en-US" sz="3200" dirty="0"/>
          </a:p>
        </p:txBody>
      </p:sp>
      <p:pic>
        <p:nvPicPr>
          <p:cNvPr id="1026" name="Picture 1"/>
          <p:cNvPicPr>
            <a:picLocks noChangeAspect="1" noChangeArrowheads="1"/>
          </p:cNvPicPr>
          <p:nvPr/>
        </p:nvPicPr>
        <p:blipFill>
          <a:blip r:embed="rId2">
            <a:grayscl/>
            <a:biLevel thresh="50000"/>
            <a:extLst>
              <a:ext uri="{28A0092B-C50C-407E-A947-70E740481C1C}">
                <a14:useLocalDpi xmlns:a14="http://schemas.microsoft.com/office/drawing/2010/main" val="0"/>
              </a:ext>
            </a:extLst>
          </a:blip>
          <a:srcRect l="30930" t="43692" r="31261" b="12820"/>
          <a:stretch>
            <a:fillRect/>
          </a:stretch>
        </p:blipFill>
        <p:spPr bwMode="auto">
          <a:xfrm>
            <a:off x="2287587" y="3311187"/>
            <a:ext cx="6781799" cy="2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504910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891883" y="1341500"/>
            <a:ext cx="113059" cy="0"/>
          </a:xfrm>
          <a:custGeom>
            <a:avLst/>
            <a:gdLst/>
            <a:ahLst/>
            <a:cxnLst/>
            <a:rect l="l" t="t" r="r" b="b"/>
            <a:pathLst>
              <a:path w="113029">
                <a:moveTo>
                  <a:pt x="0" y="0"/>
                </a:moveTo>
                <a:lnTo>
                  <a:pt x="112712" y="0"/>
                </a:lnTo>
              </a:path>
            </a:pathLst>
          </a:custGeom>
          <a:ln w="28575">
            <a:solidFill>
              <a:srgbClr val="C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a:spLocks noGrp="1"/>
          </p:cNvSpPr>
          <p:nvPr>
            <p:ph type="title"/>
          </p:nvPr>
        </p:nvSpPr>
        <p:spPr>
          <a:xfrm>
            <a:off x="172130" y="2455791"/>
            <a:ext cx="11776282" cy="689932"/>
          </a:xfrm>
          <a:prstGeom prst="rect">
            <a:avLst/>
          </a:prstGeom>
          <a:solidFill>
            <a:schemeClr val="accent5">
              <a:lumMod val="20000"/>
              <a:lumOff val="80000"/>
            </a:schemeClr>
          </a:solidFill>
        </p:spPr>
        <p:txBody>
          <a:bodyPr vert="horz" wrap="square" lIns="0" tIns="12700" rIns="0" bIns="0" rtlCol="0">
            <a:spAutoFit/>
          </a:bodyPr>
          <a:lstStyle/>
          <a:p>
            <a:pPr marL="12700" algn="ctr">
              <a:lnSpc>
                <a:spcPct val="100000"/>
              </a:lnSpc>
              <a:spcBef>
                <a:spcPts val="100"/>
              </a:spcBef>
            </a:pPr>
            <a:r>
              <a:rPr lang="en-GB" sz="4400" spc="-155" dirty="0">
                <a:solidFill>
                  <a:schemeClr val="tx1"/>
                </a:solidFill>
                <a:latin typeface="Rockwell" panose="02060603020205020403" pitchFamily="18" charset="0"/>
              </a:rPr>
              <a:t>Examples on Cache Mapping Functions</a:t>
            </a:r>
            <a:endParaRPr sz="4400" spc="-220" dirty="0">
              <a:solidFill>
                <a:schemeClr val="tx1"/>
              </a:solidFill>
              <a:latin typeface="Rockwell" panose="02060603020205020403" pitchFamily="18" charset="0"/>
            </a:endParaRPr>
          </a:p>
        </p:txBody>
      </p:sp>
    </p:spTree>
    <p:extLst>
      <p:ext uri="{BB962C8B-B14F-4D97-AF65-F5344CB8AC3E}">
        <p14:creationId xmlns:p14="http://schemas.microsoft.com/office/powerpoint/2010/main" val="32764925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891883" y="1341500"/>
            <a:ext cx="113059" cy="0"/>
          </a:xfrm>
          <a:custGeom>
            <a:avLst/>
            <a:gdLst/>
            <a:ahLst/>
            <a:cxnLst/>
            <a:rect l="l" t="t" r="r" b="b"/>
            <a:pathLst>
              <a:path w="113029">
                <a:moveTo>
                  <a:pt x="0" y="0"/>
                </a:moveTo>
                <a:lnTo>
                  <a:pt x="112712" y="0"/>
                </a:lnTo>
              </a:path>
            </a:pathLst>
          </a:custGeom>
          <a:ln w="28575">
            <a:solidFill>
              <a:srgbClr val="C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a:spLocks noGrp="1"/>
          </p:cNvSpPr>
          <p:nvPr>
            <p:ph type="title"/>
          </p:nvPr>
        </p:nvSpPr>
        <p:spPr>
          <a:xfrm>
            <a:off x="230187" y="323394"/>
            <a:ext cx="11776282" cy="572312"/>
          </a:xfrm>
          <a:prstGeom prst="rect">
            <a:avLst/>
          </a:prstGeom>
        </p:spPr>
        <p:txBody>
          <a:bodyPr vert="horz" wrap="square" lIns="0" tIns="12700" rIns="0" bIns="0" rtlCol="0">
            <a:spAutoFit/>
          </a:bodyPr>
          <a:lstStyle/>
          <a:p>
            <a:pPr marL="12700" algn="ctr">
              <a:lnSpc>
                <a:spcPct val="100000"/>
              </a:lnSpc>
              <a:spcBef>
                <a:spcPts val="100"/>
              </a:spcBef>
            </a:pPr>
            <a:r>
              <a:rPr lang="en-GB" spc="-155" dirty="0">
                <a:latin typeface="Rockwell" panose="02060603020205020403" pitchFamily="18" charset="0"/>
              </a:rPr>
              <a:t>DIRECT MAPPING FUNCTION</a:t>
            </a:r>
            <a:endParaRPr spc="-220" dirty="0">
              <a:latin typeface="Rockwell" panose="02060603020205020403" pitchFamily="18" charset="0"/>
            </a:endParaRPr>
          </a:p>
        </p:txBody>
      </p:sp>
      <p:sp>
        <p:nvSpPr>
          <p:cNvPr id="5" name="Rectangle 1">
            <a:extLst>
              <a:ext uri="{FF2B5EF4-FFF2-40B4-BE49-F238E27FC236}">
                <a16:creationId xmlns:a16="http://schemas.microsoft.com/office/drawing/2014/main" id="{AD79F0AA-F614-4A41-9F74-E754447DF5D5}"/>
              </a:ext>
            </a:extLst>
          </p:cNvPr>
          <p:cNvSpPr>
            <a:spLocks noChangeArrowheads="1"/>
          </p:cNvSpPr>
          <p:nvPr/>
        </p:nvSpPr>
        <p:spPr bwMode="auto">
          <a:xfrm>
            <a:off x="341105" y="1219200"/>
            <a:ext cx="11663837" cy="30469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Formula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For Direct Mapping: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Cache Line</a:t>
            </a:r>
            <a:r>
              <a:rPr kumimoji="0" lang="en-US" sz="24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a:t>
            </a:r>
            <a:r>
              <a:rPr kumimoji="0" lang="en-US" sz="2400" b="1" i="0" u="none" strike="noStrike" kern="1200" cap="none" spc="0" normalizeH="0" baseline="0" noProof="0" dirty="0">
                <a:ln>
                  <a:noFill/>
                </a:ln>
                <a:solidFill>
                  <a:srgbClr val="662C5B"/>
                </a:solidFill>
                <a:effectLst/>
                <a:uLnTx/>
                <a:uFillTx/>
                <a:latin typeface="Rockwell" panose="02060603020205020403" pitchFamily="18" charset="0"/>
                <a:ea typeface="+mn-ea"/>
                <a:cs typeface="+mn-cs"/>
              </a:rPr>
              <a:t>Main Memory Block Number) mod (Number of Cache Address</a:t>
            </a: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Format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 </a:t>
            </a: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Index</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  </a:t>
            </a: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Offset​</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endParaRPr kumimoji="0" lang="en-US" altLang="en-US" sz="27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p:txBody>
      </p:sp>
    </p:spTree>
    <p:extLst>
      <p:ext uri="{BB962C8B-B14F-4D97-AF65-F5344CB8AC3E}">
        <p14:creationId xmlns:p14="http://schemas.microsoft.com/office/powerpoint/2010/main" val="11749894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891883" y="1341500"/>
            <a:ext cx="113059" cy="0"/>
          </a:xfrm>
          <a:custGeom>
            <a:avLst/>
            <a:gdLst/>
            <a:ahLst/>
            <a:cxnLst/>
            <a:rect l="l" t="t" r="r" b="b"/>
            <a:pathLst>
              <a:path w="113029">
                <a:moveTo>
                  <a:pt x="0" y="0"/>
                </a:moveTo>
                <a:lnTo>
                  <a:pt x="112712" y="0"/>
                </a:lnTo>
              </a:path>
            </a:pathLst>
          </a:custGeom>
          <a:ln w="28575">
            <a:solidFill>
              <a:srgbClr val="C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a:spLocks noGrp="1"/>
          </p:cNvSpPr>
          <p:nvPr>
            <p:ph type="title"/>
          </p:nvPr>
        </p:nvSpPr>
        <p:spPr>
          <a:xfrm>
            <a:off x="230187" y="323394"/>
            <a:ext cx="11776282" cy="572312"/>
          </a:xfrm>
          <a:prstGeom prst="rect">
            <a:avLst/>
          </a:prstGeom>
        </p:spPr>
        <p:txBody>
          <a:bodyPr vert="horz" wrap="square" lIns="0" tIns="12700" rIns="0" bIns="0" rtlCol="0">
            <a:spAutoFit/>
          </a:bodyPr>
          <a:lstStyle/>
          <a:p>
            <a:pPr marL="12700" algn="ctr">
              <a:lnSpc>
                <a:spcPct val="100000"/>
              </a:lnSpc>
              <a:spcBef>
                <a:spcPts val="100"/>
              </a:spcBef>
            </a:pPr>
            <a:r>
              <a:rPr lang="en-GB" spc="-155" dirty="0">
                <a:latin typeface="Rockwell" panose="02060603020205020403" pitchFamily="18" charset="0"/>
              </a:rPr>
              <a:t>DIRECT MAPPING FUNCTION</a:t>
            </a:r>
            <a:endParaRPr spc="-220" dirty="0">
              <a:latin typeface="Rockwell" panose="02060603020205020403" pitchFamily="18" charset="0"/>
            </a:endParaRPr>
          </a:p>
        </p:txBody>
      </p:sp>
      <p:sp>
        <p:nvSpPr>
          <p:cNvPr id="5" name="Rectangle 1">
            <a:extLst>
              <a:ext uri="{FF2B5EF4-FFF2-40B4-BE49-F238E27FC236}">
                <a16:creationId xmlns:a16="http://schemas.microsoft.com/office/drawing/2014/main" id="{AD79F0AA-F614-4A41-9F74-E754447DF5D5}"/>
              </a:ext>
            </a:extLst>
          </p:cNvPr>
          <p:cNvSpPr>
            <a:spLocks noChangeArrowheads="1"/>
          </p:cNvSpPr>
          <p:nvPr/>
        </p:nvSpPr>
        <p:spPr bwMode="auto">
          <a:xfrm>
            <a:off x="301151" y="430886"/>
            <a:ext cx="11663837" cy="48320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Example 1: 				0000, 0001, 0010….. 1111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Given</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Main Memory = 64 KB</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Cache Size = 1 KB (1024 bytes = 2</a:t>
            </a:r>
            <a:r>
              <a:rPr kumimoji="0" lang="en-US" sz="2800" b="1" i="0" u="none" strike="noStrike" kern="1200" cap="none" spc="0" normalizeH="0" baseline="30000" noProof="0" dirty="0">
                <a:ln>
                  <a:noFill/>
                </a:ln>
                <a:solidFill>
                  <a:srgbClr val="0000FF"/>
                </a:solidFill>
                <a:effectLst/>
                <a:uLnTx/>
                <a:uFillTx/>
                <a:latin typeface="Rockwell" panose="02060603020205020403" pitchFamily="18" charset="0"/>
                <a:ea typeface="+mn-ea"/>
                <a:cs typeface="+mn-cs"/>
              </a:rPr>
              <a:t>10</a:t>
            </a: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 bytes  = 10 bits)</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Block Size/line size = 16 Bytes  = 4bits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Find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Address bits of M/M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64KB = 2</a:t>
            </a:r>
            <a:r>
              <a:rPr kumimoji="0" lang="en-US" sz="2800" b="1" i="0" u="none" strike="noStrike" kern="1200" cap="none" spc="0" normalizeH="0" baseline="30000" noProof="0" dirty="0">
                <a:ln>
                  <a:noFill/>
                </a:ln>
                <a:solidFill>
                  <a:prstClr val="black"/>
                </a:solidFill>
                <a:effectLst/>
                <a:uLnTx/>
                <a:uFillTx/>
                <a:latin typeface="Rockwell" panose="02060603020205020403" pitchFamily="18" charset="0"/>
                <a:ea typeface="+mn-ea"/>
                <a:cs typeface="+mn-cs"/>
              </a:rPr>
              <a:t>16</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bytes (1KB = 1024 BYTES = 2</a:t>
            </a:r>
            <a:r>
              <a:rPr kumimoji="0" lang="en-US" sz="2800" b="1" i="0" u="none" strike="noStrike" kern="1200" cap="none" spc="0" normalizeH="0" baseline="30000" noProof="0" dirty="0">
                <a:ln>
                  <a:noFill/>
                </a:ln>
                <a:solidFill>
                  <a:prstClr val="black"/>
                </a:solidFill>
                <a:effectLst/>
                <a:uLnTx/>
                <a:uFillTx/>
                <a:latin typeface="Rockwell" panose="02060603020205020403" pitchFamily="18" charset="0"/>
                <a:ea typeface="+mn-ea"/>
                <a:cs typeface="+mn-cs"/>
              </a:rPr>
              <a:t>10</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BYTES)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2</a:t>
            </a:r>
            <a:r>
              <a:rPr kumimoji="0" lang="en-US" sz="2800" b="1" i="0" u="none" strike="noStrike" kern="1200" cap="none" spc="0" normalizeH="0" baseline="30000" noProof="0" dirty="0">
                <a:ln>
                  <a:noFill/>
                </a:ln>
                <a:solidFill>
                  <a:prstClr val="black"/>
                </a:solidFill>
                <a:effectLst/>
                <a:uLnTx/>
                <a:uFillTx/>
                <a:latin typeface="Rockwell" panose="02060603020205020403" pitchFamily="18" charset="0"/>
                <a:ea typeface="+mn-ea"/>
                <a:cs typeface="+mn-cs"/>
              </a:rPr>
              <a:t>6</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X 2</a:t>
            </a:r>
            <a:r>
              <a:rPr kumimoji="0" lang="en-US" sz="2800" b="1" i="0" u="none" strike="noStrike" kern="1200" cap="none" spc="0" normalizeH="0" baseline="30000" noProof="0" dirty="0">
                <a:ln>
                  <a:noFill/>
                </a:ln>
                <a:solidFill>
                  <a:prstClr val="black"/>
                </a:solidFill>
                <a:effectLst/>
                <a:uLnTx/>
                <a:uFillTx/>
                <a:latin typeface="Rockwell" panose="02060603020205020403" pitchFamily="18" charset="0"/>
                <a:ea typeface="+mn-ea"/>
                <a:cs typeface="+mn-cs"/>
              </a:rPr>
              <a:t>10</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 2</a:t>
            </a:r>
            <a:r>
              <a:rPr kumimoji="0" lang="en-US" sz="2800" b="1" i="0" u="none" strike="noStrike" kern="1200" cap="none" spc="0" normalizeH="0" baseline="30000" noProof="0" dirty="0">
                <a:ln>
                  <a:noFill/>
                </a:ln>
                <a:solidFill>
                  <a:prstClr val="black"/>
                </a:solidFill>
                <a:effectLst/>
                <a:uLnTx/>
                <a:uFillTx/>
                <a:latin typeface="Rockwell" panose="02060603020205020403" pitchFamily="18" charset="0"/>
                <a:ea typeface="+mn-ea"/>
                <a:cs typeface="+mn-cs"/>
              </a:rPr>
              <a:t>16</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 LOG</a:t>
            </a:r>
            <a:r>
              <a:rPr kumimoji="0" lang="en-US" sz="2800" b="1" i="0" u="none" strike="noStrike" kern="1200" cap="none" spc="0" normalizeH="0" baseline="-25000" noProof="0" dirty="0">
                <a:ln>
                  <a:noFill/>
                </a:ln>
                <a:solidFill>
                  <a:prstClr val="black"/>
                </a:solidFill>
                <a:effectLst/>
                <a:uLnTx/>
                <a:uFillTx/>
                <a:latin typeface="Rockwell" panose="02060603020205020403" pitchFamily="18" charset="0"/>
                <a:ea typeface="+mn-ea"/>
                <a:cs typeface="+mn-cs"/>
              </a:rPr>
              <a:t>2</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2</a:t>
            </a:r>
            <a:r>
              <a:rPr kumimoji="0" lang="en-US" sz="2800" b="1" i="0" u="none" strike="noStrike" kern="1200" cap="none" spc="0" normalizeH="0" baseline="30000" noProof="0" dirty="0">
                <a:ln>
                  <a:noFill/>
                </a:ln>
                <a:solidFill>
                  <a:prstClr val="black"/>
                </a:solidFill>
                <a:effectLst/>
                <a:uLnTx/>
                <a:uFillTx/>
                <a:latin typeface="Rockwell" panose="02060603020205020403" pitchFamily="18" charset="0"/>
                <a:ea typeface="+mn-ea"/>
                <a:cs typeface="+mn-cs"/>
              </a:rPr>
              <a:t>16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Address bits:16</a:t>
            </a:r>
            <a:endParaRPr kumimoji="0" lang="en-US" altLang="en-US" sz="27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p:txBody>
      </p:sp>
    </p:spTree>
    <p:extLst>
      <p:ext uri="{BB962C8B-B14F-4D97-AF65-F5344CB8AC3E}">
        <p14:creationId xmlns:p14="http://schemas.microsoft.com/office/powerpoint/2010/main" val="21902068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891883" y="1341500"/>
            <a:ext cx="113059" cy="0"/>
          </a:xfrm>
          <a:custGeom>
            <a:avLst/>
            <a:gdLst/>
            <a:ahLst/>
            <a:cxnLst/>
            <a:rect l="l" t="t" r="r" b="b"/>
            <a:pathLst>
              <a:path w="113029">
                <a:moveTo>
                  <a:pt x="0" y="0"/>
                </a:moveTo>
                <a:lnTo>
                  <a:pt x="112712" y="0"/>
                </a:lnTo>
              </a:path>
            </a:pathLst>
          </a:custGeom>
          <a:ln w="28575">
            <a:solidFill>
              <a:srgbClr val="C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a:spLocks noGrp="1"/>
          </p:cNvSpPr>
          <p:nvPr>
            <p:ph type="title"/>
          </p:nvPr>
        </p:nvSpPr>
        <p:spPr>
          <a:xfrm>
            <a:off x="115601" y="152400"/>
            <a:ext cx="11776282" cy="572312"/>
          </a:xfrm>
          <a:prstGeom prst="rect">
            <a:avLst/>
          </a:prstGeom>
        </p:spPr>
        <p:txBody>
          <a:bodyPr vert="horz" wrap="square" lIns="0" tIns="12700" rIns="0" bIns="0" rtlCol="0">
            <a:spAutoFit/>
          </a:bodyPr>
          <a:lstStyle/>
          <a:p>
            <a:pPr marL="12700" algn="ctr">
              <a:lnSpc>
                <a:spcPct val="100000"/>
              </a:lnSpc>
              <a:spcBef>
                <a:spcPts val="100"/>
              </a:spcBef>
            </a:pPr>
            <a:r>
              <a:rPr lang="en-GB" spc="-155" dirty="0">
                <a:latin typeface="Rockwell" panose="02060603020205020403" pitchFamily="18" charset="0"/>
              </a:rPr>
              <a:t>DIRECT CACHE MAPPING</a:t>
            </a:r>
            <a:endParaRPr spc="-220" dirty="0">
              <a:latin typeface="Rockwell" panose="02060603020205020403" pitchFamily="18" charset="0"/>
            </a:endParaRPr>
          </a:p>
        </p:txBody>
      </p:sp>
      <p:sp>
        <p:nvSpPr>
          <p:cNvPr id="5" name="Rectangle 1">
            <a:extLst>
              <a:ext uri="{FF2B5EF4-FFF2-40B4-BE49-F238E27FC236}">
                <a16:creationId xmlns:a16="http://schemas.microsoft.com/office/drawing/2014/main" id="{AD79F0AA-F614-4A41-9F74-E754447DF5D5}"/>
              </a:ext>
            </a:extLst>
          </p:cNvPr>
          <p:cNvSpPr>
            <a:spLocks noChangeArrowheads="1"/>
          </p:cNvSpPr>
          <p:nvPr/>
        </p:nvSpPr>
        <p:spPr bwMode="auto">
          <a:xfrm>
            <a:off x="320207" y="3317572"/>
            <a:ext cx="11663837" cy="5078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ts val="600"/>
              </a:spcAft>
              <a:buClrTx/>
              <a:buSzTx/>
              <a:buFontTx/>
              <a:buChar char="•"/>
              <a:tabLst/>
              <a:defRPr/>
            </a:pPr>
            <a:endParaRPr kumimoji="0" lang="en-GB" altLang="en-US" sz="2700" b="1" i="0" u="none" strike="noStrike" kern="1200" cap="none" spc="0" normalizeH="0" baseline="0" noProof="0" dirty="0">
              <a:ln>
                <a:noFill/>
              </a:ln>
              <a:solidFill>
                <a:srgbClr val="7A0000"/>
              </a:solidFill>
              <a:effectLst/>
              <a:uLnTx/>
              <a:uFillTx/>
              <a:latin typeface="Rockwell" panose="02060603020205020403" pitchFamily="18" charset="0"/>
              <a:ea typeface="+mn-ea"/>
              <a:cs typeface="+mn-cs"/>
            </a:endParaRPr>
          </a:p>
        </p:txBody>
      </p:sp>
      <p:sp>
        <p:nvSpPr>
          <p:cNvPr id="6" name="TextBox 5">
            <a:extLst>
              <a:ext uri="{FF2B5EF4-FFF2-40B4-BE49-F238E27FC236}">
                <a16:creationId xmlns:a16="http://schemas.microsoft.com/office/drawing/2014/main" id="{169804EA-A9E4-4F76-AF72-8B73E5AEEA97}"/>
              </a:ext>
            </a:extLst>
          </p:cNvPr>
          <p:cNvSpPr txBox="1"/>
          <p:nvPr/>
        </p:nvSpPr>
        <p:spPr>
          <a:xfrm>
            <a:off x="458787" y="1295401"/>
            <a:ext cx="11125200" cy="48320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Find Offset Bits: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Offset Bits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16B = 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Offset = 4 bits (0000, 0001, 0010…., 1111)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Find number of Cache lines: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Number of Cache Lines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1024 bytes/16 bytes ​= </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64 lines </a:t>
            </a: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(of size 16bytes each)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64 = 2</a:t>
            </a:r>
            <a:r>
              <a:rPr kumimoji="0" lang="en-US" sz="2800" b="0" i="0" u="none" strike="noStrike" kern="1200" cap="none" spc="0" normalizeH="0" baseline="30000" noProof="0" dirty="0">
                <a:ln>
                  <a:noFill/>
                </a:ln>
                <a:solidFill>
                  <a:prstClr val="black"/>
                </a:solidFill>
                <a:effectLst/>
                <a:uLnTx/>
                <a:uFillTx/>
                <a:latin typeface="Rockwell" panose="02060603020205020403" pitchFamily="18" charset="0"/>
                <a:ea typeface="+mn-ea"/>
                <a:cs typeface="+mn-cs"/>
              </a:rPr>
              <a:t>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Index = 6 bits (number of bits used to identify each line)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	(000000, 000001, 000010,……., 111111)</a:t>
            </a:r>
          </a:p>
        </p:txBody>
      </p:sp>
      <p:pic>
        <p:nvPicPr>
          <p:cNvPr id="7" name="Picture 6">
            <a:extLst>
              <a:ext uri="{FF2B5EF4-FFF2-40B4-BE49-F238E27FC236}">
                <a16:creationId xmlns:a16="http://schemas.microsoft.com/office/drawing/2014/main" id="{CB120F6D-8F13-499E-8F89-83706F40277C}"/>
              </a:ext>
            </a:extLst>
          </p:cNvPr>
          <p:cNvPicPr>
            <a:picLocks noChangeAspect="1"/>
          </p:cNvPicPr>
          <p:nvPr/>
        </p:nvPicPr>
        <p:blipFill>
          <a:blip r:embed="rId2"/>
          <a:stretch>
            <a:fillRect/>
          </a:stretch>
        </p:blipFill>
        <p:spPr>
          <a:xfrm>
            <a:off x="10418058" y="-152400"/>
            <a:ext cx="1627773" cy="5316173"/>
          </a:xfrm>
          <a:prstGeom prst="rect">
            <a:avLst/>
          </a:prstGeom>
        </p:spPr>
      </p:pic>
    </p:spTree>
    <p:extLst>
      <p:ext uri="{BB962C8B-B14F-4D97-AF65-F5344CB8AC3E}">
        <p14:creationId xmlns:p14="http://schemas.microsoft.com/office/powerpoint/2010/main" val="23652449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891883" y="1341500"/>
            <a:ext cx="113059" cy="0"/>
          </a:xfrm>
          <a:custGeom>
            <a:avLst/>
            <a:gdLst/>
            <a:ahLst/>
            <a:cxnLst/>
            <a:rect l="l" t="t" r="r" b="b"/>
            <a:pathLst>
              <a:path w="113029">
                <a:moveTo>
                  <a:pt x="0" y="0"/>
                </a:moveTo>
                <a:lnTo>
                  <a:pt x="112712" y="0"/>
                </a:lnTo>
              </a:path>
            </a:pathLst>
          </a:custGeom>
          <a:ln w="28575">
            <a:solidFill>
              <a:srgbClr val="C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a:spLocks noGrp="1"/>
          </p:cNvSpPr>
          <p:nvPr>
            <p:ph type="title"/>
          </p:nvPr>
        </p:nvSpPr>
        <p:spPr>
          <a:xfrm>
            <a:off x="115601" y="152400"/>
            <a:ext cx="11776282" cy="572312"/>
          </a:xfrm>
          <a:prstGeom prst="rect">
            <a:avLst/>
          </a:prstGeom>
        </p:spPr>
        <p:txBody>
          <a:bodyPr vert="horz" wrap="square" lIns="0" tIns="12700" rIns="0" bIns="0" rtlCol="0">
            <a:spAutoFit/>
          </a:bodyPr>
          <a:lstStyle/>
          <a:p>
            <a:pPr marL="12700" algn="ctr">
              <a:lnSpc>
                <a:spcPct val="100000"/>
              </a:lnSpc>
              <a:spcBef>
                <a:spcPts val="100"/>
              </a:spcBef>
            </a:pPr>
            <a:r>
              <a:rPr lang="en-GB" spc="-155" dirty="0">
                <a:latin typeface="Rockwell" panose="02060603020205020403" pitchFamily="18" charset="0"/>
              </a:rPr>
              <a:t>DIRECT CACHE MAPPING</a:t>
            </a:r>
            <a:endParaRPr spc="-220" dirty="0">
              <a:latin typeface="Rockwell" panose="02060603020205020403" pitchFamily="18" charset="0"/>
            </a:endParaRPr>
          </a:p>
        </p:txBody>
      </p:sp>
      <p:sp>
        <p:nvSpPr>
          <p:cNvPr id="5" name="Rectangle 1">
            <a:extLst>
              <a:ext uri="{FF2B5EF4-FFF2-40B4-BE49-F238E27FC236}">
                <a16:creationId xmlns:a16="http://schemas.microsoft.com/office/drawing/2014/main" id="{AD79F0AA-F614-4A41-9F74-E754447DF5D5}"/>
              </a:ext>
            </a:extLst>
          </p:cNvPr>
          <p:cNvSpPr>
            <a:spLocks noChangeArrowheads="1"/>
          </p:cNvSpPr>
          <p:nvPr/>
        </p:nvSpPr>
        <p:spPr bwMode="auto">
          <a:xfrm>
            <a:off x="320207" y="3317572"/>
            <a:ext cx="11663837" cy="5078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ts val="600"/>
              </a:spcAft>
              <a:buClrTx/>
              <a:buSzTx/>
              <a:buFontTx/>
              <a:buChar char="•"/>
              <a:tabLst/>
              <a:defRPr/>
            </a:pPr>
            <a:endParaRPr kumimoji="0" lang="en-GB" altLang="en-US" sz="2700" b="1" i="0" u="none" strike="noStrike" kern="1200" cap="none" spc="0" normalizeH="0" baseline="0" noProof="0" dirty="0">
              <a:ln>
                <a:noFill/>
              </a:ln>
              <a:solidFill>
                <a:srgbClr val="7A0000"/>
              </a:solidFill>
              <a:effectLst/>
              <a:uLnTx/>
              <a:uFillTx/>
              <a:latin typeface="Rockwell" panose="02060603020205020403" pitchFamily="18" charset="0"/>
              <a:ea typeface="+mn-ea"/>
              <a:cs typeface="+mn-cs"/>
            </a:endParaRPr>
          </a:p>
        </p:txBody>
      </p:sp>
      <p:sp>
        <p:nvSpPr>
          <p:cNvPr id="6" name="TextBox 5">
            <a:extLst>
              <a:ext uri="{FF2B5EF4-FFF2-40B4-BE49-F238E27FC236}">
                <a16:creationId xmlns:a16="http://schemas.microsoft.com/office/drawing/2014/main" id="{169804EA-A9E4-4F76-AF72-8B73E5AEEA97}"/>
              </a:ext>
            </a:extLst>
          </p:cNvPr>
          <p:cNvSpPr txBox="1"/>
          <p:nvPr/>
        </p:nvSpPr>
        <p:spPr>
          <a:xfrm>
            <a:off x="992187" y="1295401"/>
            <a:ext cx="10591800" cy="48320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Find the number of Tag Bits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tag bit = </a:t>
            </a: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total no. of m/m bits – ( index + offset)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Tag = 16 − 6 − 4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	Tag = 6 bits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Address Format for cache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	Tag	   Index	Offset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	6 bits   6 bits	4 bits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from </a:t>
            </a:r>
            <a:r>
              <a:rPr kumimoji="0" lang="en-US" sz="2800" b="1" i="0" u="none" strike="noStrike" kern="1200" cap="none" spc="0" normalizeH="0" baseline="0" noProof="0" dirty="0" err="1">
                <a:ln>
                  <a:noFill/>
                </a:ln>
                <a:solidFill>
                  <a:srgbClr val="0000FF"/>
                </a:solidFill>
                <a:effectLst/>
                <a:uLnTx/>
                <a:uFillTx/>
                <a:latin typeface="Rockwell" panose="02060603020205020403" pitchFamily="18" charset="0"/>
                <a:ea typeface="+mn-ea"/>
                <a:cs typeface="+mn-cs"/>
              </a:rPr>
              <a:t>cpu</a:t>
            </a: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      000010 000011 1001 ( 2 , 3, 9)</a:t>
            </a:r>
          </a:p>
        </p:txBody>
      </p:sp>
    </p:spTree>
    <p:extLst>
      <p:ext uri="{BB962C8B-B14F-4D97-AF65-F5344CB8AC3E}">
        <p14:creationId xmlns:p14="http://schemas.microsoft.com/office/powerpoint/2010/main" val="1893037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891883" y="1341500"/>
            <a:ext cx="113059" cy="0"/>
          </a:xfrm>
          <a:custGeom>
            <a:avLst/>
            <a:gdLst/>
            <a:ahLst/>
            <a:cxnLst/>
            <a:rect l="l" t="t" r="r" b="b"/>
            <a:pathLst>
              <a:path w="113029">
                <a:moveTo>
                  <a:pt x="0" y="0"/>
                </a:moveTo>
                <a:lnTo>
                  <a:pt x="112712" y="0"/>
                </a:lnTo>
              </a:path>
            </a:pathLst>
          </a:custGeom>
          <a:ln w="28575">
            <a:solidFill>
              <a:srgbClr val="C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a:spLocks noGrp="1"/>
          </p:cNvSpPr>
          <p:nvPr>
            <p:ph type="title"/>
          </p:nvPr>
        </p:nvSpPr>
        <p:spPr>
          <a:xfrm>
            <a:off x="115601" y="152400"/>
            <a:ext cx="11776282" cy="572312"/>
          </a:xfrm>
          <a:prstGeom prst="rect">
            <a:avLst/>
          </a:prstGeom>
        </p:spPr>
        <p:txBody>
          <a:bodyPr vert="horz" wrap="square" lIns="0" tIns="12700" rIns="0" bIns="0" rtlCol="0">
            <a:spAutoFit/>
          </a:bodyPr>
          <a:lstStyle/>
          <a:p>
            <a:pPr marL="12700" algn="ctr">
              <a:lnSpc>
                <a:spcPct val="100000"/>
              </a:lnSpc>
              <a:spcBef>
                <a:spcPts val="100"/>
              </a:spcBef>
            </a:pPr>
            <a:r>
              <a:rPr lang="en-GB" spc="-155" dirty="0">
                <a:latin typeface="Rockwell" panose="02060603020205020403" pitchFamily="18" charset="0"/>
              </a:rPr>
              <a:t>DIRECT CACHE MAPPING</a:t>
            </a:r>
            <a:endParaRPr spc="-220" dirty="0">
              <a:latin typeface="Rockwell" panose="02060603020205020403" pitchFamily="18" charset="0"/>
            </a:endParaRPr>
          </a:p>
        </p:txBody>
      </p:sp>
      <p:sp>
        <p:nvSpPr>
          <p:cNvPr id="5" name="Rectangle 1">
            <a:extLst>
              <a:ext uri="{FF2B5EF4-FFF2-40B4-BE49-F238E27FC236}">
                <a16:creationId xmlns:a16="http://schemas.microsoft.com/office/drawing/2014/main" id="{AD79F0AA-F614-4A41-9F74-E754447DF5D5}"/>
              </a:ext>
            </a:extLst>
          </p:cNvPr>
          <p:cNvSpPr>
            <a:spLocks noChangeArrowheads="1"/>
          </p:cNvSpPr>
          <p:nvPr/>
        </p:nvSpPr>
        <p:spPr bwMode="auto">
          <a:xfrm>
            <a:off x="320207" y="3317572"/>
            <a:ext cx="11663837" cy="5078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ts val="600"/>
              </a:spcAft>
              <a:buClrTx/>
              <a:buSzTx/>
              <a:buFontTx/>
              <a:buChar char="•"/>
              <a:tabLst/>
              <a:defRPr/>
            </a:pPr>
            <a:endParaRPr kumimoji="0" lang="en-GB" altLang="en-US" sz="2700" b="1" i="0" u="none" strike="noStrike" kern="1200" cap="none" spc="0" normalizeH="0" baseline="0" noProof="0" dirty="0">
              <a:ln>
                <a:noFill/>
              </a:ln>
              <a:solidFill>
                <a:srgbClr val="7A0000"/>
              </a:solidFill>
              <a:effectLst/>
              <a:uLnTx/>
              <a:uFillTx/>
              <a:latin typeface="Rockwell" panose="02060603020205020403" pitchFamily="18" charset="0"/>
              <a:ea typeface="+mn-ea"/>
              <a:cs typeface="+mn-cs"/>
            </a:endParaRPr>
          </a:p>
        </p:txBody>
      </p:sp>
      <p:sp>
        <p:nvSpPr>
          <p:cNvPr id="6" name="TextBox 5">
            <a:extLst>
              <a:ext uri="{FF2B5EF4-FFF2-40B4-BE49-F238E27FC236}">
                <a16:creationId xmlns:a16="http://schemas.microsoft.com/office/drawing/2014/main" id="{169804EA-A9E4-4F76-AF72-8B73E5AEEA97}"/>
              </a:ext>
            </a:extLst>
          </p:cNvPr>
          <p:cNvSpPr txBox="1"/>
          <p:nvPr/>
        </p:nvSpPr>
        <p:spPr>
          <a:xfrm>
            <a:off x="441142" y="1066800"/>
            <a:ext cx="11433826" cy="39703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5. Determine the Tag Directory Size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Tag Directory Size = </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Total cache lines  x  Tag Bits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64 × 6 = 384 bits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 </a:t>
            </a: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48 bytes (384/8)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Answer</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Offset = </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4 bits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Index = </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6 bits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Tag = </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6 bits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Tag Directory Size = </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384 bits </a:t>
            </a: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(48 bytes)</a:t>
            </a:r>
            <a:endPar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endParaRPr>
          </a:p>
        </p:txBody>
      </p:sp>
    </p:spTree>
    <p:extLst>
      <p:ext uri="{BB962C8B-B14F-4D97-AF65-F5344CB8AC3E}">
        <p14:creationId xmlns:p14="http://schemas.microsoft.com/office/powerpoint/2010/main" val="22142918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891883" y="1341500"/>
            <a:ext cx="113059" cy="0"/>
          </a:xfrm>
          <a:custGeom>
            <a:avLst/>
            <a:gdLst/>
            <a:ahLst/>
            <a:cxnLst/>
            <a:rect l="l" t="t" r="r" b="b"/>
            <a:pathLst>
              <a:path w="113029">
                <a:moveTo>
                  <a:pt x="0" y="0"/>
                </a:moveTo>
                <a:lnTo>
                  <a:pt x="112712" y="0"/>
                </a:lnTo>
              </a:path>
            </a:pathLst>
          </a:custGeom>
          <a:ln w="28575">
            <a:solidFill>
              <a:srgbClr val="C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a:spLocks noGrp="1"/>
          </p:cNvSpPr>
          <p:nvPr>
            <p:ph type="title"/>
          </p:nvPr>
        </p:nvSpPr>
        <p:spPr>
          <a:xfrm>
            <a:off x="115601" y="152400"/>
            <a:ext cx="11776282" cy="572312"/>
          </a:xfrm>
          <a:prstGeom prst="rect">
            <a:avLst/>
          </a:prstGeom>
        </p:spPr>
        <p:txBody>
          <a:bodyPr vert="horz" wrap="square" lIns="0" tIns="12700" rIns="0" bIns="0" rtlCol="0">
            <a:spAutoFit/>
          </a:bodyPr>
          <a:lstStyle/>
          <a:p>
            <a:pPr marL="12700" algn="ctr">
              <a:lnSpc>
                <a:spcPct val="100000"/>
              </a:lnSpc>
              <a:spcBef>
                <a:spcPts val="100"/>
              </a:spcBef>
            </a:pPr>
            <a:r>
              <a:rPr lang="en-GB" spc="-155" dirty="0">
                <a:latin typeface="Rockwell" panose="02060603020205020403" pitchFamily="18" charset="0"/>
              </a:rPr>
              <a:t>DIRECT CACHE MAPPING</a:t>
            </a:r>
            <a:endParaRPr spc="-220" dirty="0">
              <a:latin typeface="Rockwell" panose="02060603020205020403" pitchFamily="18" charset="0"/>
            </a:endParaRPr>
          </a:p>
        </p:txBody>
      </p:sp>
      <p:sp>
        <p:nvSpPr>
          <p:cNvPr id="5" name="Rectangle 1">
            <a:extLst>
              <a:ext uri="{FF2B5EF4-FFF2-40B4-BE49-F238E27FC236}">
                <a16:creationId xmlns:a16="http://schemas.microsoft.com/office/drawing/2014/main" id="{AD79F0AA-F614-4A41-9F74-E754447DF5D5}"/>
              </a:ext>
            </a:extLst>
          </p:cNvPr>
          <p:cNvSpPr>
            <a:spLocks noChangeArrowheads="1"/>
          </p:cNvSpPr>
          <p:nvPr/>
        </p:nvSpPr>
        <p:spPr bwMode="auto">
          <a:xfrm>
            <a:off x="320207" y="3317572"/>
            <a:ext cx="11663837" cy="5078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ts val="600"/>
              </a:spcAft>
              <a:buClrTx/>
              <a:buSzTx/>
              <a:buFontTx/>
              <a:buChar char="•"/>
              <a:tabLst/>
              <a:defRPr/>
            </a:pPr>
            <a:endParaRPr kumimoji="0" lang="en-GB" altLang="en-US" sz="2700" b="1" i="0" u="none" strike="noStrike" kern="1200" cap="none" spc="0" normalizeH="0" baseline="0" noProof="0" dirty="0">
              <a:ln>
                <a:noFill/>
              </a:ln>
              <a:solidFill>
                <a:srgbClr val="7A0000"/>
              </a:solidFill>
              <a:effectLst/>
              <a:uLnTx/>
              <a:uFillTx/>
              <a:latin typeface="Rockwell" panose="02060603020205020403" pitchFamily="18" charset="0"/>
              <a:ea typeface="+mn-ea"/>
              <a:cs typeface="+mn-cs"/>
            </a:endParaRPr>
          </a:p>
        </p:txBody>
      </p:sp>
      <p:sp>
        <p:nvSpPr>
          <p:cNvPr id="9" name="TextBox 8">
            <a:extLst>
              <a:ext uri="{FF2B5EF4-FFF2-40B4-BE49-F238E27FC236}">
                <a16:creationId xmlns:a16="http://schemas.microsoft.com/office/drawing/2014/main" id="{B06D7E58-A07B-4C43-A1D6-36CA626068DE}"/>
              </a:ext>
            </a:extLst>
          </p:cNvPr>
          <p:cNvSpPr txBox="1"/>
          <p:nvPr/>
        </p:nvSpPr>
        <p:spPr>
          <a:xfrm>
            <a:off x="458787" y="1066800"/>
            <a:ext cx="4800600" cy="48320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Example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Given</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Main Memory = 128 KB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Cache = 4 KB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Block = 32 B</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Find:</a:t>
            </a: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Offset</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Index</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bits</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Directory Size</a:t>
            </a:r>
          </a:p>
        </p:txBody>
      </p:sp>
      <p:sp>
        <p:nvSpPr>
          <p:cNvPr id="10" name="TextBox 9">
            <a:extLst>
              <a:ext uri="{FF2B5EF4-FFF2-40B4-BE49-F238E27FC236}">
                <a16:creationId xmlns:a16="http://schemas.microsoft.com/office/drawing/2014/main" id="{EB679E93-6120-4308-9E0A-2529BDF41A01}"/>
              </a:ext>
            </a:extLst>
          </p:cNvPr>
          <p:cNvSpPr txBox="1"/>
          <p:nvPr/>
        </p:nvSpPr>
        <p:spPr>
          <a:xfrm>
            <a:off x="6859587" y="1066800"/>
            <a:ext cx="4724400" cy="48320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Example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Given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Main Memory = 1 MB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Cache = 8 KB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Block = 64 B</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Find: </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Offset</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Index</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bits</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Directory Size</a:t>
            </a:r>
          </a:p>
        </p:txBody>
      </p:sp>
    </p:spTree>
    <p:extLst>
      <p:ext uri="{BB962C8B-B14F-4D97-AF65-F5344CB8AC3E}">
        <p14:creationId xmlns:p14="http://schemas.microsoft.com/office/powerpoint/2010/main" val="41947328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891883" y="1341500"/>
            <a:ext cx="113059" cy="0"/>
          </a:xfrm>
          <a:custGeom>
            <a:avLst/>
            <a:gdLst/>
            <a:ahLst/>
            <a:cxnLst/>
            <a:rect l="l" t="t" r="r" b="b"/>
            <a:pathLst>
              <a:path w="113029">
                <a:moveTo>
                  <a:pt x="0" y="0"/>
                </a:moveTo>
                <a:lnTo>
                  <a:pt x="112712" y="0"/>
                </a:lnTo>
              </a:path>
            </a:pathLst>
          </a:custGeom>
          <a:ln w="28575">
            <a:solidFill>
              <a:srgbClr val="C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a:spLocks noGrp="1"/>
          </p:cNvSpPr>
          <p:nvPr>
            <p:ph type="title"/>
          </p:nvPr>
        </p:nvSpPr>
        <p:spPr>
          <a:xfrm>
            <a:off x="115601" y="152400"/>
            <a:ext cx="11776282" cy="572312"/>
          </a:xfrm>
          <a:prstGeom prst="rect">
            <a:avLst/>
          </a:prstGeom>
        </p:spPr>
        <p:txBody>
          <a:bodyPr vert="horz" wrap="square" lIns="0" tIns="12700" rIns="0" bIns="0" rtlCol="0">
            <a:spAutoFit/>
          </a:bodyPr>
          <a:lstStyle/>
          <a:p>
            <a:pPr marL="12700" algn="ctr">
              <a:lnSpc>
                <a:spcPct val="100000"/>
              </a:lnSpc>
              <a:spcBef>
                <a:spcPts val="100"/>
              </a:spcBef>
            </a:pPr>
            <a:r>
              <a:rPr lang="en-GB" sz="3200" spc="-155" dirty="0">
                <a:latin typeface="Rockwell" panose="02060603020205020403" pitchFamily="18" charset="0"/>
              </a:rPr>
              <a:t>FULLY</a:t>
            </a:r>
            <a:r>
              <a:rPr lang="en-GB" spc="-155" dirty="0">
                <a:latin typeface="Rockwell" panose="02060603020205020403" pitchFamily="18" charset="0"/>
              </a:rPr>
              <a:t> ASSOCIATIVE CACHE MAPPING FUNCTION </a:t>
            </a:r>
            <a:endParaRPr spc="-220" dirty="0">
              <a:latin typeface="Rockwell" panose="02060603020205020403" pitchFamily="18" charset="0"/>
            </a:endParaRPr>
          </a:p>
        </p:txBody>
      </p:sp>
      <p:sp>
        <p:nvSpPr>
          <p:cNvPr id="5" name="Rectangle 1">
            <a:extLst>
              <a:ext uri="{FF2B5EF4-FFF2-40B4-BE49-F238E27FC236}">
                <a16:creationId xmlns:a16="http://schemas.microsoft.com/office/drawing/2014/main" id="{AD79F0AA-F614-4A41-9F74-E754447DF5D5}"/>
              </a:ext>
            </a:extLst>
          </p:cNvPr>
          <p:cNvSpPr>
            <a:spLocks noChangeArrowheads="1"/>
          </p:cNvSpPr>
          <p:nvPr/>
        </p:nvSpPr>
        <p:spPr bwMode="auto">
          <a:xfrm>
            <a:off x="320207" y="3317572"/>
            <a:ext cx="11663837" cy="5078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ts val="600"/>
              </a:spcAft>
              <a:buClrTx/>
              <a:buSzTx/>
              <a:buFontTx/>
              <a:buChar char="•"/>
              <a:tabLst/>
              <a:defRPr/>
            </a:pPr>
            <a:endParaRPr kumimoji="0" lang="en-GB" altLang="en-US" sz="2700" b="1" i="0" u="none" strike="noStrike" kern="1200" cap="none" spc="0" normalizeH="0" baseline="0" noProof="0" dirty="0">
              <a:ln>
                <a:noFill/>
              </a:ln>
              <a:solidFill>
                <a:srgbClr val="7A0000"/>
              </a:solidFill>
              <a:effectLst/>
              <a:uLnTx/>
              <a:uFillTx/>
              <a:latin typeface="Rockwell" panose="02060603020205020403" pitchFamily="18" charset="0"/>
              <a:ea typeface="+mn-ea"/>
              <a:cs typeface="+mn-cs"/>
            </a:endParaRPr>
          </a:p>
        </p:txBody>
      </p:sp>
      <p:sp>
        <p:nvSpPr>
          <p:cNvPr id="6" name="TextBox 5">
            <a:extLst>
              <a:ext uri="{FF2B5EF4-FFF2-40B4-BE49-F238E27FC236}">
                <a16:creationId xmlns:a16="http://schemas.microsoft.com/office/drawing/2014/main" id="{169804EA-A9E4-4F76-AF72-8B73E5AEEA97}"/>
              </a:ext>
            </a:extLst>
          </p:cNvPr>
          <p:cNvSpPr txBox="1"/>
          <p:nvPr/>
        </p:nvSpPr>
        <p:spPr>
          <a:xfrm>
            <a:off x="309563" y="838200"/>
            <a:ext cx="11565405" cy="44935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What are the differences between the three cache mapping functions?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Direct</a:t>
            </a: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 each block to exactly 1 line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Formula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Any memory block can be placed in any cache line.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Address Format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r>
              <a:rPr kumimoji="0" lang="en-US" sz="26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 Offset</a:t>
            </a:r>
            <a:r>
              <a:rPr kumimoji="0" lang="en-US" sz="26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There is No index field</a:t>
            </a:r>
          </a:p>
        </p:txBody>
      </p:sp>
    </p:spTree>
    <p:extLst>
      <p:ext uri="{BB962C8B-B14F-4D97-AF65-F5344CB8AC3E}">
        <p14:creationId xmlns:p14="http://schemas.microsoft.com/office/powerpoint/2010/main" val="15853545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891883" y="1341500"/>
            <a:ext cx="113059" cy="0"/>
          </a:xfrm>
          <a:custGeom>
            <a:avLst/>
            <a:gdLst/>
            <a:ahLst/>
            <a:cxnLst/>
            <a:rect l="l" t="t" r="r" b="b"/>
            <a:pathLst>
              <a:path w="113029">
                <a:moveTo>
                  <a:pt x="0" y="0"/>
                </a:moveTo>
                <a:lnTo>
                  <a:pt x="112712" y="0"/>
                </a:lnTo>
              </a:path>
            </a:pathLst>
          </a:custGeom>
          <a:ln w="28575">
            <a:solidFill>
              <a:srgbClr val="C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a:spLocks noGrp="1"/>
          </p:cNvSpPr>
          <p:nvPr>
            <p:ph type="title"/>
          </p:nvPr>
        </p:nvSpPr>
        <p:spPr>
          <a:xfrm>
            <a:off x="115601" y="152400"/>
            <a:ext cx="11776282" cy="572312"/>
          </a:xfrm>
          <a:prstGeom prst="rect">
            <a:avLst/>
          </a:prstGeom>
        </p:spPr>
        <p:txBody>
          <a:bodyPr vert="horz" wrap="square" lIns="0" tIns="12700" rIns="0" bIns="0" rtlCol="0">
            <a:spAutoFit/>
          </a:bodyPr>
          <a:lstStyle/>
          <a:p>
            <a:pPr marL="12700" algn="ctr">
              <a:lnSpc>
                <a:spcPct val="100000"/>
              </a:lnSpc>
              <a:spcBef>
                <a:spcPts val="100"/>
              </a:spcBef>
            </a:pPr>
            <a:r>
              <a:rPr lang="en-GB" spc="-155" dirty="0">
                <a:latin typeface="Rockwell" panose="02060603020205020403" pitchFamily="18" charset="0"/>
              </a:rPr>
              <a:t>FULLY ASSOCIATIVE MAPPING </a:t>
            </a:r>
            <a:endParaRPr spc="-220" dirty="0">
              <a:latin typeface="Rockwell" panose="02060603020205020403" pitchFamily="18" charset="0"/>
            </a:endParaRPr>
          </a:p>
        </p:txBody>
      </p:sp>
      <p:sp>
        <p:nvSpPr>
          <p:cNvPr id="6" name="TextBox 5">
            <a:extLst>
              <a:ext uri="{FF2B5EF4-FFF2-40B4-BE49-F238E27FC236}">
                <a16:creationId xmlns:a16="http://schemas.microsoft.com/office/drawing/2014/main" id="{169804EA-A9E4-4F76-AF72-8B73E5AEEA97}"/>
              </a:ext>
            </a:extLst>
          </p:cNvPr>
          <p:cNvSpPr txBox="1"/>
          <p:nvPr/>
        </p:nvSpPr>
        <p:spPr>
          <a:xfrm>
            <a:off x="437966" y="1066800"/>
            <a:ext cx="4592821" cy="529375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Example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Given</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Main Memory = 64 KB</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Cache size = 1 KB</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Block size/line size = 16 B</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Address Bits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64KB = 2</a:t>
            </a:r>
            <a:r>
              <a:rPr kumimoji="0" lang="en-US" sz="2600" b="1" i="0" u="none" strike="noStrike" kern="1200" cap="none" spc="0" normalizeH="0" baseline="30000" noProof="0" dirty="0">
                <a:ln>
                  <a:noFill/>
                </a:ln>
                <a:solidFill>
                  <a:prstClr val="black"/>
                </a:solidFill>
                <a:effectLst/>
                <a:uLnTx/>
                <a:uFillTx/>
                <a:latin typeface="Rockwell" panose="02060603020205020403" pitchFamily="18" charset="0"/>
                <a:ea typeface="+mn-ea"/>
                <a:cs typeface="+mn-cs"/>
              </a:rPr>
              <a:t>16</a:t>
            </a:r>
            <a:endPar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r>
              <a:rPr kumimoji="0" lang="en-US" sz="26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Address = 16 bits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endParaRPr>
          </a:p>
        </p:txBody>
      </p:sp>
      <p:sp>
        <p:nvSpPr>
          <p:cNvPr id="7" name="TextBox 6">
            <a:extLst>
              <a:ext uri="{FF2B5EF4-FFF2-40B4-BE49-F238E27FC236}">
                <a16:creationId xmlns:a16="http://schemas.microsoft.com/office/drawing/2014/main" id="{A81E6A12-206A-4801-93AA-4F796B696EAF}"/>
              </a:ext>
            </a:extLst>
          </p:cNvPr>
          <p:cNvSpPr txBox="1"/>
          <p:nvPr/>
        </p:nvSpPr>
        <p:spPr>
          <a:xfrm>
            <a:off x="5564187" y="685800"/>
            <a:ext cx="5715000" cy="4893647"/>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Find Offset bit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16B = 2</a:t>
            </a:r>
            <a:r>
              <a:rPr kumimoji="0" lang="en-US" sz="2400" b="1" i="0" u="none" strike="noStrike" kern="1200" cap="none" spc="0" normalizeH="0" baseline="30000" noProof="0" dirty="0">
                <a:ln>
                  <a:noFill/>
                </a:ln>
                <a:solidFill>
                  <a:prstClr val="black"/>
                </a:solidFill>
                <a:effectLst/>
                <a:uLnTx/>
                <a:uFillTx/>
                <a:latin typeface="Rockwell" panose="02060603020205020403" pitchFamily="18" charset="0"/>
                <a:ea typeface="+mn-ea"/>
                <a:cs typeface="+mn-cs"/>
              </a:rPr>
              <a:t>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Offset</a:t>
            </a:r>
            <a:r>
              <a:rPr kumimoji="0" lang="en-US" sz="24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4 bits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16−4 </a:t>
            </a: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12 bits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FF"/>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Cache Lines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1024/16​ = 64 lines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Directory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64 × 12  </a:t>
            </a:r>
            <a:r>
              <a:rPr kumimoji="0" lang="en-US" sz="24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768 bits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96 bytes</a:t>
            </a:r>
          </a:p>
        </p:txBody>
      </p:sp>
    </p:spTree>
    <p:extLst>
      <p:ext uri="{BB962C8B-B14F-4D97-AF65-F5344CB8AC3E}">
        <p14:creationId xmlns:p14="http://schemas.microsoft.com/office/powerpoint/2010/main" val="5669954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891883" y="1341500"/>
            <a:ext cx="113059" cy="0"/>
          </a:xfrm>
          <a:custGeom>
            <a:avLst/>
            <a:gdLst/>
            <a:ahLst/>
            <a:cxnLst/>
            <a:rect l="l" t="t" r="r" b="b"/>
            <a:pathLst>
              <a:path w="113029">
                <a:moveTo>
                  <a:pt x="0" y="0"/>
                </a:moveTo>
                <a:lnTo>
                  <a:pt x="112712" y="0"/>
                </a:lnTo>
              </a:path>
            </a:pathLst>
          </a:custGeom>
          <a:ln w="28575">
            <a:solidFill>
              <a:srgbClr val="C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a:spLocks noGrp="1"/>
          </p:cNvSpPr>
          <p:nvPr>
            <p:ph type="title"/>
          </p:nvPr>
        </p:nvSpPr>
        <p:spPr>
          <a:xfrm>
            <a:off x="115601" y="152400"/>
            <a:ext cx="11776282" cy="572312"/>
          </a:xfrm>
          <a:prstGeom prst="rect">
            <a:avLst/>
          </a:prstGeom>
        </p:spPr>
        <p:txBody>
          <a:bodyPr vert="horz" wrap="square" lIns="0" tIns="12700" rIns="0" bIns="0" rtlCol="0">
            <a:spAutoFit/>
          </a:bodyPr>
          <a:lstStyle/>
          <a:p>
            <a:pPr marL="12700" algn="ctr">
              <a:lnSpc>
                <a:spcPct val="100000"/>
              </a:lnSpc>
              <a:spcBef>
                <a:spcPts val="100"/>
              </a:spcBef>
            </a:pPr>
            <a:r>
              <a:rPr lang="en-GB" spc="-155" dirty="0">
                <a:latin typeface="Rockwell" panose="02060603020205020403" pitchFamily="18" charset="0"/>
              </a:rPr>
              <a:t>FULLY ASSOCIATIVE MAPPING </a:t>
            </a:r>
            <a:endParaRPr spc="-220" dirty="0">
              <a:latin typeface="Rockwell" panose="02060603020205020403" pitchFamily="18" charset="0"/>
            </a:endParaRPr>
          </a:p>
        </p:txBody>
      </p:sp>
      <p:sp>
        <p:nvSpPr>
          <p:cNvPr id="6" name="TextBox 5">
            <a:extLst>
              <a:ext uri="{FF2B5EF4-FFF2-40B4-BE49-F238E27FC236}">
                <a16:creationId xmlns:a16="http://schemas.microsoft.com/office/drawing/2014/main" id="{169804EA-A9E4-4F76-AF72-8B73E5AEEA97}"/>
              </a:ext>
            </a:extLst>
          </p:cNvPr>
          <p:cNvSpPr txBox="1"/>
          <p:nvPr/>
        </p:nvSpPr>
        <p:spPr>
          <a:xfrm>
            <a:off x="437966" y="1066800"/>
            <a:ext cx="4592821" cy="415498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Example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Given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Main Memory = 256 KB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Cache = 4 KB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Block = 32 B</a:t>
            </a:r>
            <a:endPar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Find </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Offset bits</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bits</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Total Cache lines</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Directory Size</a:t>
            </a:r>
          </a:p>
        </p:txBody>
      </p:sp>
      <p:sp>
        <p:nvSpPr>
          <p:cNvPr id="7" name="TextBox 6">
            <a:extLst>
              <a:ext uri="{FF2B5EF4-FFF2-40B4-BE49-F238E27FC236}">
                <a16:creationId xmlns:a16="http://schemas.microsoft.com/office/drawing/2014/main" id="{A81E6A12-206A-4801-93AA-4F796B696EAF}"/>
              </a:ext>
            </a:extLst>
          </p:cNvPr>
          <p:cNvSpPr txBox="1"/>
          <p:nvPr/>
        </p:nvSpPr>
        <p:spPr>
          <a:xfrm>
            <a:off x="7011987" y="1012954"/>
            <a:ext cx="4800600" cy="4154984"/>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Example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Given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Main Memory = 2 MB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Cache = 16 KB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Block = 64 B</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Find </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Offset bits</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bits</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Total Cache lines</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Directory Size</a:t>
            </a:r>
            <a:endParaRPr kumimoji="0" lang="en-US" sz="24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p:txBody>
      </p:sp>
    </p:spTree>
    <p:extLst>
      <p:ext uri="{BB962C8B-B14F-4D97-AF65-F5344CB8AC3E}">
        <p14:creationId xmlns:p14="http://schemas.microsoft.com/office/powerpoint/2010/main" val="34118939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891883" y="1341500"/>
            <a:ext cx="113059" cy="0"/>
          </a:xfrm>
          <a:custGeom>
            <a:avLst/>
            <a:gdLst/>
            <a:ahLst/>
            <a:cxnLst/>
            <a:rect l="l" t="t" r="r" b="b"/>
            <a:pathLst>
              <a:path w="113029">
                <a:moveTo>
                  <a:pt x="0" y="0"/>
                </a:moveTo>
                <a:lnTo>
                  <a:pt x="112712" y="0"/>
                </a:lnTo>
              </a:path>
            </a:pathLst>
          </a:custGeom>
          <a:ln w="28575">
            <a:solidFill>
              <a:srgbClr val="C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a:spLocks noGrp="1"/>
          </p:cNvSpPr>
          <p:nvPr>
            <p:ph type="title"/>
          </p:nvPr>
        </p:nvSpPr>
        <p:spPr>
          <a:xfrm>
            <a:off x="115601" y="93591"/>
            <a:ext cx="11776282" cy="689932"/>
          </a:xfrm>
          <a:prstGeom prst="rect">
            <a:avLst/>
          </a:prstGeom>
        </p:spPr>
        <p:txBody>
          <a:bodyPr vert="horz" wrap="square" lIns="0" tIns="12700" rIns="0" bIns="0" rtlCol="0">
            <a:spAutoFit/>
          </a:bodyPr>
          <a:lstStyle/>
          <a:p>
            <a:pPr marL="12700" algn="ctr">
              <a:lnSpc>
                <a:spcPct val="100000"/>
              </a:lnSpc>
              <a:spcBef>
                <a:spcPts val="100"/>
              </a:spcBef>
            </a:pPr>
            <a:r>
              <a:rPr lang="en-GB" sz="4400" spc="-155" dirty="0">
                <a:latin typeface="Rockwell" panose="02060603020205020403" pitchFamily="18" charset="0"/>
              </a:rPr>
              <a:t>SET ASSOCIATIVE MAPPING </a:t>
            </a:r>
            <a:endParaRPr sz="4400" spc="-220" dirty="0">
              <a:latin typeface="Rockwell" panose="02060603020205020403" pitchFamily="18" charset="0"/>
            </a:endParaRPr>
          </a:p>
        </p:txBody>
      </p:sp>
      <p:sp>
        <p:nvSpPr>
          <p:cNvPr id="6" name="TextBox 5">
            <a:extLst>
              <a:ext uri="{FF2B5EF4-FFF2-40B4-BE49-F238E27FC236}">
                <a16:creationId xmlns:a16="http://schemas.microsoft.com/office/drawing/2014/main" id="{169804EA-A9E4-4F76-AF72-8B73E5AEEA97}"/>
              </a:ext>
            </a:extLst>
          </p:cNvPr>
          <p:cNvSpPr txBox="1"/>
          <p:nvPr/>
        </p:nvSpPr>
        <p:spPr>
          <a:xfrm>
            <a:off x="458787" y="1066800"/>
            <a:ext cx="11353800" cy="45243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Formula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For an </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n-way set associative cache</a:t>
            </a: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(8-way set associative)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Number of Sets </a:t>
            </a: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Cache Lines </a:t>
            </a: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Address Format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a:t>
            </a:r>
            <a:r>
              <a:rPr kumimoji="0" lang="en-US" sz="36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 Set Index | Offset</a:t>
            </a:r>
            <a:endPar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a:t>
            </a:r>
            <a:endPar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endParaRPr>
          </a:p>
        </p:txBody>
      </p:sp>
    </p:spTree>
    <p:extLst>
      <p:ext uri="{BB962C8B-B14F-4D97-AF65-F5344CB8AC3E}">
        <p14:creationId xmlns:p14="http://schemas.microsoft.com/office/powerpoint/2010/main" val="40815195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891883" y="1341500"/>
            <a:ext cx="113059" cy="0"/>
          </a:xfrm>
          <a:custGeom>
            <a:avLst/>
            <a:gdLst/>
            <a:ahLst/>
            <a:cxnLst/>
            <a:rect l="l" t="t" r="r" b="b"/>
            <a:pathLst>
              <a:path w="113029">
                <a:moveTo>
                  <a:pt x="0" y="0"/>
                </a:moveTo>
                <a:lnTo>
                  <a:pt x="112712" y="0"/>
                </a:lnTo>
              </a:path>
            </a:pathLst>
          </a:custGeom>
          <a:ln w="28575">
            <a:solidFill>
              <a:srgbClr val="C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a:spLocks noGrp="1"/>
          </p:cNvSpPr>
          <p:nvPr>
            <p:ph type="title"/>
          </p:nvPr>
        </p:nvSpPr>
        <p:spPr>
          <a:xfrm>
            <a:off x="115601" y="152400"/>
            <a:ext cx="11776282" cy="572312"/>
          </a:xfrm>
          <a:prstGeom prst="rect">
            <a:avLst/>
          </a:prstGeom>
        </p:spPr>
        <p:txBody>
          <a:bodyPr vert="horz" wrap="square" lIns="0" tIns="12700" rIns="0" bIns="0" rtlCol="0">
            <a:spAutoFit/>
          </a:bodyPr>
          <a:lstStyle/>
          <a:p>
            <a:pPr marL="12700" algn="ctr">
              <a:lnSpc>
                <a:spcPct val="100000"/>
              </a:lnSpc>
              <a:spcBef>
                <a:spcPts val="100"/>
              </a:spcBef>
            </a:pPr>
            <a:r>
              <a:rPr lang="en-GB" spc="-155" dirty="0">
                <a:latin typeface="Rockwell" panose="02060603020205020403" pitchFamily="18" charset="0"/>
              </a:rPr>
              <a:t>SET ASSOCIATIVE MAPPING </a:t>
            </a:r>
            <a:endParaRPr spc="-220" dirty="0">
              <a:latin typeface="Rockwell" panose="02060603020205020403" pitchFamily="18" charset="0"/>
            </a:endParaRPr>
          </a:p>
        </p:txBody>
      </p:sp>
      <p:sp>
        <p:nvSpPr>
          <p:cNvPr id="6" name="TextBox 5">
            <a:extLst>
              <a:ext uri="{FF2B5EF4-FFF2-40B4-BE49-F238E27FC236}">
                <a16:creationId xmlns:a16="http://schemas.microsoft.com/office/drawing/2014/main" id="{169804EA-A9E4-4F76-AF72-8B73E5AEEA97}"/>
              </a:ext>
            </a:extLst>
          </p:cNvPr>
          <p:cNvSpPr txBox="1"/>
          <p:nvPr/>
        </p:nvSpPr>
        <p:spPr>
          <a:xfrm>
            <a:off x="437966" y="1066800"/>
            <a:ext cx="6193021" cy="48320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Example 1 (2-Way Set Associative)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Given</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Main Memory = 64 KB </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Cache = 1 KB </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Block size = 16 B </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2-Way Set Associative</a:t>
            </a:r>
          </a:p>
          <a:p>
            <a:pPr marL="571500" marR="0" lvl="0" indent="-571500" algn="l" defTabSz="914400" rtl="0" eaLnBrk="1" fontAlgn="auto" latinLnBrk="0" hangingPunct="1">
              <a:lnSpc>
                <a:spcPct val="100000"/>
              </a:lnSpc>
              <a:spcBef>
                <a:spcPts val="0"/>
              </a:spcBef>
              <a:spcAft>
                <a:spcPts val="0"/>
              </a:spcAft>
              <a:buClrTx/>
              <a:buSzTx/>
              <a:buFont typeface="+mj-lt"/>
              <a:buAutoNum type="romanLcPeriod"/>
              <a:tabLst/>
              <a:defRPr/>
            </a:pPr>
            <a:endPar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Bit = 16 – 5 – 4 = 7 bits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Directory = 7 x 64 = 448 bits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				   = 56bytes</a:t>
            </a:r>
          </a:p>
        </p:txBody>
      </p:sp>
      <p:sp>
        <p:nvSpPr>
          <p:cNvPr id="7" name="TextBox 6">
            <a:extLst>
              <a:ext uri="{FF2B5EF4-FFF2-40B4-BE49-F238E27FC236}">
                <a16:creationId xmlns:a16="http://schemas.microsoft.com/office/drawing/2014/main" id="{A81E6A12-206A-4801-93AA-4F796B696EAF}"/>
              </a:ext>
            </a:extLst>
          </p:cNvPr>
          <p:cNvSpPr txBox="1"/>
          <p:nvPr/>
        </p:nvSpPr>
        <p:spPr>
          <a:xfrm>
            <a:off x="6696034" y="782121"/>
            <a:ext cx="5181600" cy="5293757"/>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Address Bits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64KB = 2</a:t>
            </a:r>
            <a:r>
              <a:rPr kumimoji="0" lang="en-US" sz="2600" b="0" i="0" u="none" strike="noStrike" kern="1200" cap="none" spc="0" normalizeH="0" baseline="30000" noProof="0" dirty="0">
                <a:ln>
                  <a:noFill/>
                </a:ln>
                <a:solidFill>
                  <a:prstClr val="black"/>
                </a:solidFill>
                <a:effectLst/>
                <a:uLnTx/>
                <a:uFillTx/>
                <a:latin typeface="Rockwell" panose="02060603020205020403" pitchFamily="18" charset="0"/>
                <a:ea typeface="+mn-ea"/>
                <a:cs typeface="+mn-cs"/>
              </a:rPr>
              <a:t>6</a:t>
            </a:r>
            <a:r>
              <a:rPr kumimoji="0" lang="en-US" sz="26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X 2</a:t>
            </a:r>
            <a:r>
              <a:rPr kumimoji="0" lang="en-US" sz="2600" b="0" i="0" u="none" strike="noStrike" kern="1200" cap="none" spc="0" normalizeH="0" baseline="30000" noProof="0" dirty="0">
                <a:ln>
                  <a:noFill/>
                </a:ln>
                <a:solidFill>
                  <a:prstClr val="black"/>
                </a:solidFill>
                <a:effectLst/>
                <a:uLnTx/>
                <a:uFillTx/>
                <a:latin typeface="Rockwell" panose="02060603020205020403" pitchFamily="18" charset="0"/>
                <a:ea typeface="+mn-ea"/>
                <a:cs typeface="+mn-cs"/>
              </a:rPr>
              <a:t>10</a:t>
            </a:r>
            <a:r>
              <a:rPr kumimoji="0" lang="en-US" sz="26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 = </a:t>
            </a: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16</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Offset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16B = 2</a:t>
            </a:r>
            <a:r>
              <a:rPr kumimoji="0" lang="en-US" sz="2600" b="0" i="0" u="none" strike="noStrike" kern="1200" cap="none" spc="0" normalizeH="0" baseline="30000" noProof="0" dirty="0">
                <a:ln>
                  <a:noFill/>
                </a:ln>
                <a:solidFill>
                  <a:prstClr val="black"/>
                </a:solidFill>
                <a:effectLst/>
                <a:uLnTx/>
                <a:uFillTx/>
                <a:latin typeface="Rockwell" panose="02060603020205020403" pitchFamily="18" charset="0"/>
                <a:ea typeface="+mn-ea"/>
                <a:cs typeface="+mn-cs"/>
              </a:rPr>
              <a:t>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Offset = 4 bits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Cache Lines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1024/16 = 64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Sets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64/2 = 32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Set Index = 5 bits</a:t>
            </a:r>
          </a:p>
        </p:txBody>
      </p:sp>
    </p:spTree>
    <p:extLst>
      <p:ext uri="{BB962C8B-B14F-4D97-AF65-F5344CB8AC3E}">
        <p14:creationId xmlns:p14="http://schemas.microsoft.com/office/powerpoint/2010/main" val="33665989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891883" y="1341500"/>
            <a:ext cx="113059" cy="0"/>
          </a:xfrm>
          <a:custGeom>
            <a:avLst/>
            <a:gdLst/>
            <a:ahLst/>
            <a:cxnLst/>
            <a:rect l="l" t="t" r="r" b="b"/>
            <a:pathLst>
              <a:path w="113029">
                <a:moveTo>
                  <a:pt x="0" y="0"/>
                </a:moveTo>
                <a:lnTo>
                  <a:pt x="112712" y="0"/>
                </a:lnTo>
              </a:path>
            </a:pathLst>
          </a:custGeom>
          <a:ln w="28575">
            <a:solidFill>
              <a:srgbClr val="C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a:spLocks noGrp="1"/>
          </p:cNvSpPr>
          <p:nvPr>
            <p:ph type="title"/>
          </p:nvPr>
        </p:nvSpPr>
        <p:spPr>
          <a:xfrm>
            <a:off x="115601" y="152400"/>
            <a:ext cx="11776282" cy="572312"/>
          </a:xfrm>
          <a:prstGeom prst="rect">
            <a:avLst/>
          </a:prstGeom>
        </p:spPr>
        <p:txBody>
          <a:bodyPr vert="horz" wrap="square" lIns="0" tIns="12700" rIns="0" bIns="0" rtlCol="0">
            <a:spAutoFit/>
          </a:bodyPr>
          <a:lstStyle/>
          <a:p>
            <a:pPr marL="12700" algn="ctr">
              <a:lnSpc>
                <a:spcPct val="100000"/>
              </a:lnSpc>
              <a:spcBef>
                <a:spcPts val="100"/>
              </a:spcBef>
            </a:pPr>
            <a:r>
              <a:rPr lang="en-GB" spc="-155" dirty="0">
                <a:latin typeface="Rockwell" panose="02060603020205020403" pitchFamily="18" charset="0"/>
              </a:rPr>
              <a:t>SET ASSOCIATIVE MAPPING </a:t>
            </a:r>
            <a:endParaRPr spc="-220" dirty="0">
              <a:latin typeface="Rockwell" panose="02060603020205020403" pitchFamily="18" charset="0"/>
            </a:endParaRPr>
          </a:p>
        </p:txBody>
      </p:sp>
      <p:sp>
        <p:nvSpPr>
          <p:cNvPr id="6" name="TextBox 5">
            <a:extLst>
              <a:ext uri="{FF2B5EF4-FFF2-40B4-BE49-F238E27FC236}">
                <a16:creationId xmlns:a16="http://schemas.microsoft.com/office/drawing/2014/main" id="{169804EA-A9E4-4F76-AF72-8B73E5AEEA97}"/>
              </a:ext>
            </a:extLst>
          </p:cNvPr>
          <p:cNvSpPr txBox="1"/>
          <p:nvPr/>
        </p:nvSpPr>
        <p:spPr>
          <a:xfrm>
            <a:off x="437966" y="1066800"/>
            <a:ext cx="5507221" cy="526297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Example 2 (4-Way Set Associative)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Given</a:t>
            </a:r>
          </a:p>
          <a:p>
            <a:pPr marL="514350" marR="0" lvl="0" indent="-51435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Main Memory = 512 KB</a:t>
            </a:r>
          </a:p>
          <a:p>
            <a:pPr marL="514350" marR="0" lvl="0" indent="-51435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Cache = 8 KB</a:t>
            </a:r>
          </a:p>
          <a:p>
            <a:pPr marL="514350" marR="0" lvl="0" indent="-51435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Block = 32 B</a:t>
            </a:r>
          </a:p>
          <a:p>
            <a:pPr marL="514350" marR="0" lvl="0" indent="-51435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4-Way</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Find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Address bits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Offset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Cache lines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Set bit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bits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directory size</a:t>
            </a:r>
            <a:endParaRPr kumimoji="0" lang="en-US" sz="2400" b="0" i="0" u="none" strike="noStrike" kern="1200" cap="none" spc="0" normalizeH="0" baseline="0" noProof="0" dirty="0">
              <a:ln>
                <a:noFill/>
              </a:ln>
              <a:solidFill>
                <a:srgbClr val="0000FF"/>
              </a:solidFill>
              <a:effectLst/>
              <a:uLnTx/>
              <a:uFillTx/>
              <a:latin typeface="Rockwell" panose="02060603020205020403" pitchFamily="18" charset="0"/>
              <a:ea typeface="+mn-ea"/>
              <a:cs typeface="+mn-cs"/>
            </a:endParaRPr>
          </a:p>
        </p:txBody>
      </p:sp>
      <p:sp>
        <p:nvSpPr>
          <p:cNvPr id="7" name="TextBox 6">
            <a:extLst>
              <a:ext uri="{FF2B5EF4-FFF2-40B4-BE49-F238E27FC236}">
                <a16:creationId xmlns:a16="http://schemas.microsoft.com/office/drawing/2014/main" id="{A81E6A12-206A-4801-93AA-4F796B696EAF}"/>
              </a:ext>
            </a:extLst>
          </p:cNvPr>
          <p:cNvSpPr txBox="1"/>
          <p:nvPr/>
        </p:nvSpPr>
        <p:spPr>
          <a:xfrm>
            <a:off x="6402387" y="990600"/>
            <a:ext cx="5373687" cy="4893647"/>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Example 3 (8-Way Set Associative)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Given</a:t>
            </a:r>
          </a:p>
          <a:p>
            <a:pPr marL="514350" marR="0" lvl="0" indent="-51435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Main Memory = 4 MB </a:t>
            </a:r>
          </a:p>
          <a:p>
            <a:pPr marL="514350" marR="0" lvl="0" indent="-51435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Cache = 32 KB </a:t>
            </a:r>
          </a:p>
          <a:p>
            <a:pPr marL="514350" marR="0" lvl="0" indent="-51435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Block = 64 B </a:t>
            </a:r>
          </a:p>
          <a:p>
            <a:pPr marL="514350" marR="0" lvl="0" indent="-514350"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8-Way</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Rockwell" panose="02060603020205020403" pitchFamily="18" charset="0"/>
                <a:ea typeface="+mn-ea"/>
                <a:cs typeface="+mn-cs"/>
              </a:rPr>
              <a:t>Find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Address bits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Offset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Cache lines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Set bit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bits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rgbClr val="0000FF"/>
                </a:solidFill>
                <a:effectLst/>
                <a:uLnTx/>
                <a:uFillTx/>
                <a:latin typeface="Rockwell" panose="02060603020205020403" pitchFamily="18" charset="0"/>
                <a:ea typeface="+mn-ea"/>
                <a:cs typeface="+mn-cs"/>
              </a:rPr>
              <a:t>Tag directory size</a:t>
            </a:r>
            <a:endParaRPr kumimoji="0" lang="en-US" sz="2400" b="0" i="0" u="none" strike="noStrike" kern="1200" cap="none" spc="0" normalizeH="0" baseline="0" noProof="0" dirty="0">
              <a:ln>
                <a:noFill/>
              </a:ln>
              <a:solidFill>
                <a:prstClr val="black"/>
              </a:solidFill>
              <a:effectLst/>
              <a:uLnTx/>
              <a:uFillTx/>
              <a:latin typeface="Rockwell" panose="02060603020205020403" pitchFamily="18" charset="0"/>
              <a:ea typeface="+mn-ea"/>
              <a:cs typeface="+mn-cs"/>
            </a:endParaRPr>
          </a:p>
        </p:txBody>
      </p:sp>
    </p:spTree>
    <p:extLst>
      <p:ext uri="{BB962C8B-B14F-4D97-AF65-F5344CB8AC3E}">
        <p14:creationId xmlns:p14="http://schemas.microsoft.com/office/powerpoint/2010/main" val="8899604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55BD68EC-1C36-4693-A05B-ECD167AEA1BE}"/>
              </a:ext>
            </a:extLst>
          </p:cNvPr>
          <p:cNvSpPr>
            <a:spLocks noGrp="1"/>
          </p:cNvSpPr>
          <p:nvPr>
            <p:ph type="title"/>
          </p:nvPr>
        </p:nvSpPr>
        <p:spPr>
          <a:xfrm>
            <a:off x="77786" y="1828800"/>
            <a:ext cx="12039601" cy="2895600"/>
          </a:xfrm>
          <a:solidFill>
            <a:schemeClr val="accent6">
              <a:lumMod val="40000"/>
              <a:lumOff val="60000"/>
            </a:schemeClr>
          </a:solidFill>
          <a:ln w="9525"/>
        </p:spPr>
        <p:txBody>
          <a:bodyPr>
            <a:normAutofit fontScale="90000"/>
          </a:bodyPr>
          <a:lstStyle/>
          <a:p>
            <a:pPr algn="ctr" eaLnBrk="1" hangingPunct="1"/>
            <a:r>
              <a:rPr lang="en-US" altLang="en-US" sz="4800" dirty="0">
                <a:latin typeface="Calisto MT" panose="02040603050505030304" pitchFamily="18" charset="0"/>
              </a:rPr>
              <a:t>READ THE SLIDES ON </a:t>
            </a:r>
            <a:br>
              <a:rPr lang="en-US" altLang="en-US" sz="4800" dirty="0">
                <a:latin typeface="Calisto MT" panose="02040603050505030304" pitchFamily="18" charset="0"/>
              </a:rPr>
            </a:br>
            <a:r>
              <a:rPr lang="en-US" altLang="en-US" sz="4800" dirty="0">
                <a:latin typeface="Calisto MT" panose="02040603050505030304" pitchFamily="18" charset="0"/>
              </a:rPr>
              <a:t>RISC VS CISC ARCHITECTURES </a:t>
            </a:r>
            <a:br>
              <a:rPr lang="en-US" altLang="en-US" sz="4800" dirty="0">
                <a:latin typeface="Calisto MT" panose="02040603050505030304" pitchFamily="18" charset="0"/>
              </a:rPr>
            </a:br>
            <a:r>
              <a:rPr lang="en-US" altLang="en-US" sz="4800" dirty="0">
                <a:latin typeface="Calisto MT" panose="02040603050505030304" pitchFamily="18" charset="0"/>
              </a:rPr>
              <a:t>AND EVERY OTHER SLIDES PROVIDED</a:t>
            </a:r>
          </a:p>
        </p:txBody>
      </p:sp>
      <p:sp>
        <p:nvSpPr>
          <p:cNvPr id="84996" name="Slide Number Placeholder 3">
            <a:extLst>
              <a:ext uri="{FF2B5EF4-FFF2-40B4-BE49-F238E27FC236}">
                <a16:creationId xmlns:a16="http://schemas.microsoft.com/office/drawing/2014/main" id="{04CCFEA7-106F-4BCE-9DCE-BCA35F979931}"/>
              </a:ext>
            </a:extLst>
          </p:cNvPr>
          <p:cNvSpPr>
            <a:spLocks noGrp="1"/>
          </p:cNvSpPr>
          <p:nvPr>
            <p:ph type="sldNum" sz="quarter" idx="4"/>
          </p:nvPr>
        </p:nvSpPr>
        <p:spPr bwMode="auto">
          <a:xfrm>
            <a:off x="10467975" y="6248400"/>
            <a:ext cx="11176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73D7AAF5-7F88-4FEF-93BE-3317CB6719FA}" type="slidenum">
              <a:rPr lang="en-US" altLang="en-US" sz="1800" smtClean="0">
                <a:solidFill>
                  <a:srgbClr val="000000"/>
                </a:solidFill>
                <a:latin typeface="Arial" panose="020B0604020202020204" pitchFamily="34" charset="0"/>
              </a:rPr>
              <a:pPr algn="l" eaLnBrk="0" hangingPunct="0">
                <a:spcBef>
                  <a:spcPct val="0"/>
                </a:spcBef>
                <a:buFontTx/>
                <a:buNone/>
              </a:pPr>
              <a:t>50</a:t>
            </a:fld>
            <a:endParaRPr lang="en-US" altLang="en-US" sz="1800">
              <a:solidFill>
                <a:srgbClr val="000000"/>
              </a:solidFill>
              <a:latin typeface="Arial" panose="020B0604020202020204" pitchFamily="34" charset="0"/>
            </a:endParaRPr>
          </a:p>
        </p:txBody>
      </p:sp>
    </p:spTree>
    <p:extLst>
      <p:ext uri="{BB962C8B-B14F-4D97-AF65-F5344CB8AC3E}">
        <p14:creationId xmlns:p14="http://schemas.microsoft.com/office/powerpoint/2010/main" val="5443296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55BD68EC-1C36-4693-A05B-ECD167AEA1BE}"/>
              </a:ext>
            </a:extLst>
          </p:cNvPr>
          <p:cNvSpPr>
            <a:spLocks noGrp="1"/>
          </p:cNvSpPr>
          <p:nvPr>
            <p:ph type="title"/>
          </p:nvPr>
        </p:nvSpPr>
        <p:spPr>
          <a:xfrm>
            <a:off x="77787" y="1143000"/>
            <a:ext cx="12042775" cy="2590800"/>
          </a:xfrm>
          <a:solidFill>
            <a:schemeClr val="accent5">
              <a:lumMod val="20000"/>
              <a:lumOff val="80000"/>
            </a:schemeClr>
          </a:solidFill>
          <a:ln w="9525"/>
        </p:spPr>
        <p:txBody>
          <a:bodyPr>
            <a:normAutofit/>
          </a:bodyPr>
          <a:lstStyle/>
          <a:p>
            <a:pPr algn="ctr" eaLnBrk="1" hangingPunct="1"/>
            <a:r>
              <a:rPr lang="en-US" altLang="en-US" sz="4800" dirty="0">
                <a:solidFill>
                  <a:schemeClr val="tx1"/>
                </a:solidFill>
                <a:latin typeface="Calisto MT" panose="02040603050505030304" pitchFamily="18" charset="0"/>
              </a:rPr>
              <a:t>ENSURE YOU PREPARE FOR THE EXAMINATION</a:t>
            </a:r>
          </a:p>
        </p:txBody>
      </p:sp>
      <p:sp>
        <p:nvSpPr>
          <p:cNvPr id="84996" name="Slide Number Placeholder 3">
            <a:extLst>
              <a:ext uri="{FF2B5EF4-FFF2-40B4-BE49-F238E27FC236}">
                <a16:creationId xmlns:a16="http://schemas.microsoft.com/office/drawing/2014/main" id="{04CCFEA7-106F-4BCE-9DCE-BCA35F979931}"/>
              </a:ext>
            </a:extLst>
          </p:cNvPr>
          <p:cNvSpPr>
            <a:spLocks noGrp="1"/>
          </p:cNvSpPr>
          <p:nvPr>
            <p:ph type="sldNum" sz="quarter" idx="4"/>
          </p:nvPr>
        </p:nvSpPr>
        <p:spPr bwMode="auto">
          <a:xfrm>
            <a:off x="10467975" y="6248400"/>
            <a:ext cx="11176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73D7AAF5-7F88-4FEF-93BE-3317CB6719FA}" type="slidenum">
              <a:rPr lang="en-US" altLang="en-US" sz="1800" smtClean="0">
                <a:solidFill>
                  <a:srgbClr val="000000"/>
                </a:solidFill>
                <a:latin typeface="Arial" panose="020B0604020202020204" pitchFamily="34" charset="0"/>
              </a:rPr>
              <a:pPr algn="l" eaLnBrk="0" hangingPunct="0">
                <a:spcBef>
                  <a:spcPct val="0"/>
                </a:spcBef>
                <a:buFontTx/>
                <a:buNone/>
              </a:pPr>
              <a:t>51</a:t>
            </a:fld>
            <a:endParaRPr lang="en-US" altLang="en-US" sz="1800">
              <a:solidFill>
                <a:srgbClr val="000000"/>
              </a:solidFill>
              <a:latin typeface="Arial" panose="020B0604020202020204" pitchFamily="34" charset="0"/>
            </a:endParaRPr>
          </a:p>
        </p:txBody>
      </p:sp>
    </p:spTree>
    <p:extLst>
      <p:ext uri="{BB962C8B-B14F-4D97-AF65-F5344CB8AC3E}">
        <p14:creationId xmlns:p14="http://schemas.microsoft.com/office/powerpoint/2010/main" val="18789757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1890462</TotalTime>
  <Words>3472</Words>
  <Application>Microsoft Office PowerPoint</Application>
  <PresentationFormat>Custom</PresentationFormat>
  <Paragraphs>605</Paragraphs>
  <Slides>51</Slides>
  <Notes>8</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51</vt:i4>
      </vt:variant>
    </vt:vector>
  </HeadingPairs>
  <TitlesOfParts>
    <vt:vector size="66" baseType="lpstr">
      <vt:lpstr>Arial</vt:lpstr>
      <vt:lpstr>Bookman Old Style</vt:lpstr>
      <vt:lpstr>Calibri</vt:lpstr>
      <vt:lpstr>Calibri Light</vt:lpstr>
      <vt:lpstr>Calisto MT</vt:lpstr>
      <vt:lpstr>Georgia</vt:lpstr>
      <vt:lpstr>Rockwell</vt:lpstr>
      <vt:lpstr>Rockwell Condensed</vt:lpstr>
      <vt:lpstr>Symbol</vt:lpstr>
      <vt:lpstr>Times New Roman</vt:lpstr>
      <vt:lpstr>Trebuchet MS</vt:lpstr>
      <vt:lpstr>Wingdings</vt:lpstr>
      <vt:lpstr>Office Theme</vt:lpstr>
      <vt:lpstr>Custom Design</vt:lpstr>
      <vt:lpstr>1_Office Theme</vt:lpstr>
      <vt:lpstr>IFT222 Computer Architecture and Organization</vt:lpstr>
      <vt:lpstr>Computer Architecture vs Computer Organization</vt:lpstr>
      <vt:lpstr>Components of Computer Arch. &amp; Computer Organization</vt:lpstr>
      <vt:lpstr>Data Representation</vt:lpstr>
      <vt:lpstr>Data Representation - Example</vt:lpstr>
      <vt:lpstr>Data Representation - Example</vt:lpstr>
      <vt:lpstr>Data Representation - Example</vt:lpstr>
      <vt:lpstr>Data Representation - Example</vt:lpstr>
      <vt:lpstr>Instruction Types  -1</vt:lpstr>
      <vt:lpstr>Instruction Types - 2</vt:lpstr>
      <vt:lpstr>Instruction Types - 3</vt:lpstr>
      <vt:lpstr>Types of Instructions - Test/Branch Instructions</vt:lpstr>
      <vt:lpstr>Instruction Format</vt:lpstr>
      <vt:lpstr>General Structure of an Instruction</vt:lpstr>
      <vt:lpstr>Instruction Formats - Example</vt:lpstr>
      <vt:lpstr>Addressing Modes</vt:lpstr>
      <vt:lpstr>Example on Addressing Mode</vt:lpstr>
      <vt:lpstr>Example on Addressing Mode</vt:lpstr>
      <vt:lpstr>Addressing Mode – Solution – slide 1</vt:lpstr>
      <vt:lpstr>Addressing Mode – Solution – slide 2</vt:lpstr>
      <vt:lpstr>Example1 on Pipelining</vt:lpstr>
      <vt:lpstr>Pipelining - Solution (slide- 1)</vt:lpstr>
      <vt:lpstr>Pipelining - Solution (slide- 2)</vt:lpstr>
      <vt:lpstr>Pipelining - Solution (slide- 3)</vt:lpstr>
      <vt:lpstr>Pipelining - Solution (slide- 4)</vt:lpstr>
      <vt:lpstr>Pipelining - Solution (slide- 5)</vt:lpstr>
      <vt:lpstr>Pipelining - Solution (slide- 6)</vt:lpstr>
      <vt:lpstr>Example 2 - Pipelining</vt:lpstr>
      <vt:lpstr>Pipelining – Solution (slide 1)</vt:lpstr>
      <vt:lpstr>Pipelining – Solution (slide 2)</vt:lpstr>
      <vt:lpstr>Pipelining – Solution (slide 3)</vt:lpstr>
      <vt:lpstr>Pipelining Hazards</vt:lpstr>
      <vt:lpstr>Pipelining Hazards</vt:lpstr>
      <vt:lpstr>Structural Hazards and Stalls - Solution</vt:lpstr>
      <vt:lpstr>Data Hazard Classification</vt:lpstr>
      <vt:lpstr>Data Hazard Classifications</vt:lpstr>
      <vt:lpstr>Examples on Cache Mapping Functions</vt:lpstr>
      <vt:lpstr>DIRECT MAPPING FUNCTION</vt:lpstr>
      <vt:lpstr>DIRECT MAPPING FUNCTION</vt:lpstr>
      <vt:lpstr>DIRECT CACHE MAPPING</vt:lpstr>
      <vt:lpstr>DIRECT CACHE MAPPING</vt:lpstr>
      <vt:lpstr>DIRECT CACHE MAPPING</vt:lpstr>
      <vt:lpstr>DIRECT CACHE MAPPING</vt:lpstr>
      <vt:lpstr>FULLY ASSOCIATIVE CACHE MAPPING FUNCTION </vt:lpstr>
      <vt:lpstr>FULLY ASSOCIATIVE MAPPING </vt:lpstr>
      <vt:lpstr>FULLY ASSOCIATIVE MAPPING </vt:lpstr>
      <vt:lpstr>SET ASSOCIATIVE MAPPING </vt:lpstr>
      <vt:lpstr>SET ASSOCIATIVE MAPPING </vt:lpstr>
      <vt:lpstr>SET ASSOCIATIVE MAPPING </vt:lpstr>
      <vt:lpstr>READ THE SLIDES ON  RISC VS CISC ARCHITECTURES  AND EVERY OTHER SLIDES PROVIDED</vt:lpstr>
      <vt:lpstr>ENSURE YOU PREPARE FOR THE EXAMINATION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Driving Administrative Quality For Vision 10: 2022</dc:title>
  <dc:creator>HP</dc:creator>
  <cp:lastModifiedBy>USER</cp:lastModifiedBy>
  <cp:revision>274</cp:revision>
  <cp:lastPrinted>2015-08-03T07:22:59Z</cp:lastPrinted>
  <dcterms:created xsi:type="dcterms:W3CDTF">2014-01-31T21:42:27Z</dcterms:created>
  <dcterms:modified xsi:type="dcterms:W3CDTF">2026-07-30T10:31:16Z</dcterms:modified>
</cp:coreProperties>
</file>